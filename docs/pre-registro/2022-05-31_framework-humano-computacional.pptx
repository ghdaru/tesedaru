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7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2" r:id="rId2"/>
    <p:sldId id="316" r:id="rId3"/>
    <p:sldId id="271" r:id="rId4"/>
    <p:sldId id="270" r:id="rId5"/>
    <p:sldId id="269" r:id="rId6"/>
    <p:sldId id="272" r:id="rId7"/>
    <p:sldId id="265" r:id="rId8"/>
    <p:sldId id="267" r:id="rId9"/>
    <p:sldId id="262" r:id="rId10"/>
    <p:sldId id="259" r:id="rId11"/>
    <p:sldId id="260" r:id="rId12"/>
    <p:sldId id="263" r:id="rId13"/>
    <p:sldId id="293" r:id="rId14"/>
    <p:sldId id="295" r:id="rId15"/>
    <p:sldId id="294" r:id="rId16"/>
    <p:sldId id="296" r:id="rId17"/>
    <p:sldId id="278" r:id="rId18"/>
    <p:sldId id="297" r:id="rId19"/>
    <p:sldId id="298" r:id="rId20"/>
    <p:sldId id="299" r:id="rId21"/>
    <p:sldId id="306" r:id="rId22"/>
    <p:sldId id="307" r:id="rId23"/>
    <p:sldId id="300" r:id="rId24"/>
    <p:sldId id="301" r:id="rId25"/>
    <p:sldId id="302" r:id="rId26"/>
    <p:sldId id="303" r:id="rId27"/>
    <p:sldId id="304" r:id="rId28"/>
    <p:sldId id="283" r:id="rId29"/>
    <p:sldId id="305" r:id="rId30"/>
    <p:sldId id="315" r:id="rId31"/>
    <p:sldId id="308" r:id="rId32"/>
    <p:sldId id="310" r:id="rId33"/>
    <p:sldId id="309" r:id="rId34"/>
    <p:sldId id="311" r:id="rId35"/>
    <p:sldId id="312" r:id="rId36"/>
    <p:sldId id="314" r:id="rId37"/>
    <p:sldId id="313" r:id="rId38"/>
    <p:sldId id="290" r:id="rId39"/>
    <p:sldId id="291" r:id="rId40"/>
    <p:sldId id="317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E64C0-91F0-4FB2-9DE2-BA6948B4889F}" v="1" dt="2023-05-02T01:11:04.4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siley Darú" userId="134755c3c583793c" providerId="LiveId" clId="{2EEE64C0-91F0-4FB2-9DE2-BA6948B4889F}"/>
    <pc:docChg chg="custSel addSld modSld">
      <pc:chgData name="Gilsiley Darú" userId="134755c3c583793c" providerId="LiveId" clId="{2EEE64C0-91F0-4FB2-9DE2-BA6948B4889F}" dt="2023-05-16T17:30:32.118" v="8" actId="27918"/>
      <pc:docMkLst>
        <pc:docMk/>
      </pc:docMkLst>
      <pc:sldChg chg="addSp delSp mod">
        <pc:chgData name="Gilsiley Darú" userId="134755c3c583793c" providerId="LiveId" clId="{2EEE64C0-91F0-4FB2-9DE2-BA6948B4889F}" dt="2023-05-02T01:11:15.730" v="1" actId="478"/>
        <pc:sldMkLst>
          <pc:docMk/>
          <pc:sldMk cId="496642057" sldId="294"/>
        </pc:sldMkLst>
        <pc:picChg chg="add del">
          <ac:chgData name="Gilsiley Darú" userId="134755c3c583793c" providerId="LiveId" clId="{2EEE64C0-91F0-4FB2-9DE2-BA6948B4889F}" dt="2023-05-02T01:11:15.730" v="1" actId="478"/>
          <ac:picMkLst>
            <pc:docMk/>
            <pc:sldMk cId="496642057" sldId="294"/>
            <ac:picMk id="3" creationId="{23C4011C-E395-095C-0149-6677774419DF}"/>
          </ac:picMkLst>
        </pc:picChg>
      </pc:sldChg>
      <pc:sldChg chg="mod">
        <pc:chgData name="Gilsiley Darú" userId="134755c3c583793c" providerId="LiveId" clId="{2EEE64C0-91F0-4FB2-9DE2-BA6948B4889F}" dt="2023-05-16T17:30:32.118" v="8" actId="27918"/>
        <pc:sldMkLst>
          <pc:docMk/>
          <pc:sldMk cId="3459353868" sldId="308"/>
        </pc:sldMkLst>
      </pc:sldChg>
      <pc:sldChg chg="delSp new mod">
        <pc:chgData name="Gilsiley Darú" userId="134755c3c583793c" providerId="LiveId" clId="{2EEE64C0-91F0-4FB2-9DE2-BA6948B4889F}" dt="2023-05-02T15:17:50.936" v="3" actId="478"/>
        <pc:sldMkLst>
          <pc:docMk/>
          <pc:sldMk cId="3095579015" sldId="317"/>
        </pc:sldMkLst>
        <pc:spChg chg="del">
          <ac:chgData name="Gilsiley Darú" userId="134755c3c583793c" providerId="LiveId" clId="{2EEE64C0-91F0-4FB2-9DE2-BA6948B4889F}" dt="2023-05-02T15:17:50.936" v="3" actId="478"/>
          <ac:spMkLst>
            <pc:docMk/>
            <pc:sldMk cId="3095579015" sldId="317"/>
            <ac:spMk id="3" creationId="{FE3308D1-CAFD-7411-E8F6-C0057D21A2AC}"/>
          </ac:spMkLst>
        </pc:spChg>
      </pc:sldChg>
    </pc:docChg>
  </pc:docChgLst>
  <pc:docChgLst>
    <pc:chgData name="Gilsiley Darú" userId="134755c3c583793c" providerId="LiveId" clId="{3CDB8BA6-612E-4A87-AA9D-372E5C5CDF1A}"/>
    <pc:docChg chg="undo custSel addSld delSld modSld sldOrd">
      <pc:chgData name="Gilsiley Darú" userId="134755c3c583793c" providerId="LiveId" clId="{3CDB8BA6-612E-4A87-AA9D-372E5C5CDF1A}" dt="2022-12-09T14:09:30.337" v="3153" actId="680"/>
      <pc:docMkLst>
        <pc:docMk/>
      </pc:docMkLst>
      <pc:sldChg chg="addSp delSp modSp del mod addAnim delAnim setClrOvrMap">
        <pc:chgData name="Gilsiley Darú" userId="134755c3c583793c" providerId="LiveId" clId="{3CDB8BA6-612E-4A87-AA9D-372E5C5CDF1A}" dt="2022-12-07T14:21:41.787" v="246" actId="47"/>
        <pc:sldMkLst>
          <pc:docMk/>
          <pc:sldMk cId="1832427337" sldId="256"/>
        </pc:sldMkLst>
        <pc:spChg chg="mod">
          <ac:chgData name="Gilsiley Darú" userId="134755c3c583793c" providerId="LiveId" clId="{3CDB8BA6-612E-4A87-AA9D-372E5C5CDF1A}" dt="2022-12-07T14:21:04.822" v="225" actId="26606"/>
          <ac:spMkLst>
            <pc:docMk/>
            <pc:sldMk cId="1832427337" sldId="256"/>
            <ac:spMk id="2" creationId="{61BC0616-1965-47B3-6780-A7077BD3228E}"/>
          </ac:spMkLst>
        </pc:spChg>
        <pc:spChg chg="mod">
          <ac:chgData name="Gilsiley Darú" userId="134755c3c583793c" providerId="LiveId" clId="{3CDB8BA6-612E-4A87-AA9D-372E5C5CDF1A}" dt="2022-12-07T14:21:04.822" v="225" actId="26606"/>
          <ac:spMkLst>
            <pc:docMk/>
            <pc:sldMk cId="1832427337" sldId="256"/>
            <ac:spMk id="3" creationId="{77C310B7-7536-5CB7-36A5-C793ECC9873F}"/>
          </ac:spMkLst>
        </pc:spChg>
        <pc:spChg chg="del mod">
          <ac:chgData name="Gilsiley Darú" userId="134755c3c583793c" providerId="LiveId" clId="{3CDB8BA6-612E-4A87-AA9D-372E5C5CDF1A}" dt="2022-12-07T14:15:20.185" v="9" actId="478"/>
          <ac:spMkLst>
            <pc:docMk/>
            <pc:sldMk cId="1832427337" sldId="256"/>
            <ac:spMk id="4" creationId="{EC26E42B-3EE7-7472-C9CE-A74398060D29}"/>
          </ac:spMkLst>
        </pc:spChg>
        <pc:spChg chg="add mod">
          <ac:chgData name="Gilsiley Darú" userId="134755c3c583793c" providerId="LiveId" clId="{3CDB8BA6-612E-4A87-AA9D-372E5C5CDF1A}" dt="2022-12-07T14:21:04.822" v="225" actId="26606"/>
          <ac:spMkLst>
            <pc:docMk/>
            <pc:sldMk cId="1832427337" sldId="256"/>
            <ac:spMk id="8" creationId="{6216B408-566C-603D-8EDC-63DB1F927CAC}"/>
          </ac:spMkLst>
        </pc:spChg>
        <pc:spChg chg="add del">
          <ac:chgData name="Gilsiley Darú" userId="134755c3c583793c" providerId="LiveId" clId="{3CDB8BA6-612E-4A87-AA9D-372E5C5CDF1A}" dt="2022-12-07T14:21:04.822" v="225" actId="26606"/>
          <ac:spMkLst>
            <pc:docMk/>
            <pc:sldMk cId="1832427337" sldId="256"/>
            <ac:spMk id="11" creationId="{FB33DC6A-1F1C-4A06-834E-CFF88F1C0BB9}"/>
          </ac:spMkLst>
        </pc:spChg>
        <pc:spChg chg="add del">
          <ac:chgData name="Gilsiley Darú" userId="134755c3c583793c" providerId="LiveId" clId="{3CDB8BA6-612E-4A87-AA9D-372E5C5CDF1A}" dt="2022-12-07T14:21:04.822" v="225" actId="26606"/>
          <ac:spMkLst>
            <pc:docMk/>
            <pc:sldMk cId="1832427337" sldId="256"/>
            <ac:spMk id="13" creationId="{0FE1D5CF-87B8-4A8A-AD3C-01D06A60769B}"/>
          </ac:spMkLst>
        </pc:spChg>
        <pc:spChg chg="add del">
          <ac:chgData name="Gilsiley Darú" userId="134755c3c583793c" providerId="LiveId" clId="{3CDB8BA6-612E-4A87-AA9D-372E5C5CDF1A}" dt="2022-12-07T14:21:04.822" v="225" actId="26606"/>
          <ac:spMkLst>
            <pc:docMk/>
            <pc:sldMk cId="1832427337" sldId="256"/>
            <ac:spMk id="15" creationId="{60926200-45C2-41E9-839F-31CD5FE4CD59}"/>
          </ac:spMkLst>
        </pc:spChg>
        <pc:spChg chg="add del">
          <ac:chgData name="Gilsiley Darú" userId="134755c3c583793c" providerId="LiveId" clId="{3CDB8BA6-612E-4A87-AA9D-372E5C5CDF1A}" dt="2022-12-07T14:21:04.822" v="225" actId="26606"/>
          <ac:spMkLst>
            <pc:docMk/>
            <pc:sldMk cId="1832427337" sldId="256"/>
            <ac:spMk id="17" creationId="{AF2F604E-43BE-4DC3-B983-E071523364F8}"/>
          </ac:spMkLst>
        </pc:spChg>
        <pc:spChg chg="add del">
          <ac:chgData name="Gilsiley Darú" userId="134755c3c583793c" providerId="LiveId" clId="{3CDB8BA6-612E-4A87-AA9D-372E5C5CDF1A}" dt="2022-12-07T14:21:04.822" v="225" actId="26606"/>
          <ac:spMkLst>
            <pc:docMk/>
            <pc:sldMk cId="1832427337" sldId="256"/>
            <ac:spMk id="19" creationId="{08C9B587-E65E-4B52-B37C-ABEBB6E87928}"/>
          </ac:spMkLst>
        </pc:spChg>
        <pc:spChg chg="add del">
          <ac:chgData name="Gilsiley Darú" userId="134755c3c583793c" providerId="LiveId" clId="{3CDB8BA6-612E-4A87-AA9D-372E5C5CDF1A}" dt="2022-12-07T14:21:04.822" v="225" actId="26606"/>
          <ac:spMkLst>
            <pc:docMk/>
            <pc:sldMk cId="1832427337" sldId="256"/>
            <ac:spMk id="24" creationId="{0671A8AE-40A1-4631-A6B8-581AFF065482}"/>
          </ac:spMkLst>
        </pc:spChg>
        <pc:spChg chg="add del">
          <ac:chgData name="Gilsiley Darú" userId="134755c3c583793c" providerId="LiveId" clId="{3CDB8BA6-612E-4A87-AA9D-372E5C5CDF1A}" dt="2022-12-07T14:21:04.822" v="225" actId="26606"/>
          <ac:spMkLst>
            <pc:docMk/>
            <pc:sldMk cId="1832427337" sldId="256"/>
            <ac:spMk id="26" creationId="{A44CD100-6267-4E62-AA64-2182A3A6A1C0}"/>
          </ac:spMkLst>
        </pc:spChg>
        <pc:spChg chg="add del">
          <ac:chgData name="Gilsiley Darú" userId="134755c3c583793c" providerId="LiveId" clId="{3CDB8BA6-612E-4A87-AA9D-372E5C5CDF1A}" dt="2022-12-07T14:21:04.822" v="225" actId="26606"/>
          <ac:spMkLst>
            <pc:docMk/>
            <pc:sldMk cId="1832427337" sldId="256"/>
            <ac:spMk id="28" creationId="{AF2F604E-43BE-4DC3-B983-E071523364F8}"/>
          </ac:spMkLst>
        </pc:spChg>
        <pc:spChg chg="add del">
          <ac:chgData name="Gilsiley Darú" userId="134755c3c583793c" providerId="LiveId" clId="{3CDB8BA6-612E-4A87-AA9D-372E5C5CDF1A}" dt="2022-12-07T14:21:04.822" v="225" actId="26606"/>
          <ac:spMkLst>
            <pc:docMk/>
            <pc:sldMk cId="1832427337" sldId="256"/>
            <ac:spMk id="30" creationId="{08C9B587-E65E-4B52-B37C-ABEBB6E87928}"/>
          </ac:spMkLst>
        </pc:spChg>
        <pc:picChg chg="del">
          <ac:chgData name="Gilsiley Darú" userId="134755c3c583793c" providerId="LiveId" clId="{3CDB8BA6-612E-4A87-AA9D-372E5C5CDF1A}" dt="2022-12-07T14:14:27.249" v="0" actId="478"/>
          <ac:picMkLst>
            <pc:docMk/>
            <pc:sldMk cId="1832427337" sldId="256"/>
            <ac:picMk id="6" creationId="{359A4125-3AD5-F11F-48D2-09C7789158FE}"/>
          </ac:picMkLst>
        </pc:picChg>
        <pc:picChg chg="add del mod ord">
          <ac:chgData name="Gilsiley Darú" userId="134755c3c583793c" providerId="LiveId" clId="{3CDB8BA6-612E-4A87-AA9D-372E5C5CDF1A}" dt="2022-12-07T14:21:04.822" v="225" actId="26606"/>
          <ac:picMkLst>
            <pc:docMk/>
            <pc:sldMk cId="1832427337" sldId="256"/>
            <ac:picMk id="7" creationId="{B1DA5421-1070-0510-DCAB-B76FD0FE6E7E}"/>
          </ac:picMkLst>
        </pc:picChg>
      </pc:sldChg>
      <pc:sldChg chg="del">
        <pc:chgData name="Gilsiley Darú" userId="134755c3c583793c" providerId="LiveId" clId="{3CDB8BA6-612E-4A87-AA9D-372E5C5CDF1A}" dt="2022-12-07T14:22:12.100" v="247" actId="47"/>
        <pc:sldMkLst>
          <pc:docMk/>
          <pc:sldMk cId="3078035335" sldId="257"/>
        </pc:sldMkLst>
      </pc:sldChg>
      <pc:sldChg chg="del">
        <pc:chgData name="Gilsiley Darú" userId="134755c3c583793c" providerId="LiveId" clId="{3CDB8BA6-612E-4A87-AA9D-372E5C5CDF1A}" dt="2022-12-07T14:22:12.100" v="247" actId="47"/>
        <pc:sldMkLst>
          <pc:docMk/>
          <pc:sldMk cId="1356217929" sldId="261"/>
        </pc:sldMkLst>
      </pc:sldChg>
      <pc:sldChg chg="addSp delSp modSp mod">
        <pc:chgData name="Gilsiley Darú" userId="134755c3c583793c" providerId="LiveId" clId="{3CDB8BA6-612E-4A87-AA9D-372E5C5CDF1A}" dt="2022-12-08T17:06:29.798" v="3152" actId="27636"/>
        <pc:sldMkLst>
          <pc:docMk/>
          <pc:sldMk cId="1373940027" sldId="262"/>
        </pc:sldMkLst>
        <pc:spChg chg="mod">
          <ac:chgData name="Gilsiley Darú" userId="134755c3c583793c" providerId="LiveId" clId="{3CDB8BA6-612E-4A87-AA9D-372E5C5CDF1A}" dt="2022-12-08T17:01:37.003" v="3041"/>
          <ac:spMkLst>
            <pc:docMk/>
            <pc:sldMk cId="1373940027" sldId="262"/>
            <ac:spMk id="2" creationId="{BBC321E7-BD90-5182-A1B2-F2564537F91C}"/>
          </ac:spMkLst>
        </pc:spChg>
        <pc:spChg chg="mod">
          <ac:chgData name="Gilsiley Darú" userId="134755c3c583793c" providerId="LiveId" clId="{3CDB8BA6-612E-4A87-AA9D-372E5C5CDF1A}" dt="2022-12-08T17:06:29.798" v="3152" actId="27636"/>
          <ac:spMkLst>
            <pc:docMk/>
            <pc:sldMk cId="1373940027" sldId="262"/>
            <ac:spMk id="3" creationId="{B72FFD22-A698-BE8E-76DA-7DE32B449F95}"/>
          </ac:spMkLst>
        </pc:spChg>
        <pc:spChg chg="add del">
          <ac:chgData name="Gilsiley Darú" userId="134755c3c583793c" providerId="LiveId" clId="{3CDB8BA6-612E-4A87-AA9D-372E5C5CDF1A}" dt="2022-12-08T02:41:21.653" v="2920" actId="22"/>
          <ac:spMkLst>
            <pc:docMk/>
            <pc:sldMk cId="1373940027" sldId="262"/>
            <ac:spMk id="5" creationId="{21B7CEF5-B2D4-D468-AB09-A795ECE748DE}"/>
          </ac:spMkLst>
        </pc:spChg>
        <pc:spChg chg="del mod">
          <ac:chgData name="Gilsiley Darú" userId="134755c3c583793c" providerId="LiveId" clId="{3CDB8BA6-612E-4A87-AA9D-372E5C5CDF1A}" dt="2022-12-08T02:46:37.147" v="2936" actId="478"/>
          <ac:spMkLst>
            <pc:docMk/>
            <pc:sldMk cId="1373940027" sldId="262"/>
            <ac:spMk id="6" creationId="{21F20E62-002A-C289-EAF7-EDDDA0A7A049}"/>
          </ac:spMkLst>
        </pc:spChg>
        <pc:picChg chg="add mod">
          <ac:chgData name="Gilsiley Darú" userId="134755c3c583793c" providerId="LiveId" clId="{3CDB8BA6-612E-4A87-AA9D-372E5C5CDF1A}" dt="2022-12-08T17:06:19.071" v="3150" actId="1076"/>
          <ac:picMkLst>
            <pc:docMk/>
            <pc:sldMk cId="1373940027" sldId="262"/>
            <ac:picMk id="5" creationId="{FE55F720-8ED7-FA46-F1B7-867C412DFE10}"/>
          </ac:picMkLst>
        </pc:picChg>
        <pc:picChg chg="add mod">
          <ac:chgData name="Gilsiley Darú" userId="134755c3c583793c" providerId="LiveId" clId="{3CDB8BA6-612E-4A87-AA9D-372E5C5CDF1A}" dt="2022-12-08T02:42:31.254" v="2932" actId="1076"/>
          <ac:picMkLst>
            <pc:docMk/>
            <pc:sldMk cId="1373940027" sldId="262"/>
            <ac:picMk id="8" creationId="{A381DD0F-9B63-E748-5951-17558082EF01}"/>
          </ac:picMkLst>
        </pc:picChg>
        <pc:picChg chg="del">
          <ac:chgData name="Gilsiley Darú" userId="134755c3c583793c" providerId="LiveId" clId="{3CDB8BA6-612E-4A87-AA9D-372E5C5CDF1A}" dt="2022-12-08T02:41:19.151" v="2918" actId="478"/>
          <ac:picMkLst>
            <pc:docMk/>
            <pc:sldMk cId="1373940027" sldId="262"/>
            <ac:picMk id="1026" creationId="{C6116BB4-841A-F3EE-F98B-E0CF282625AC}"/>
          </ac:picMkLst>
        </pc:picChg>
        <pc:picChg chg="add del mod">
          <ac:chgData name="Gilsiley Darú" userId="134755c3c583793c" providerId="LiveId" clId="{3CDB8BA6-612E-4A87-AA9D-372E5C5CDF1A}" dt="2022-12-08T17:06:15.260" v="3148" actId="478"/>
          <ac:picMkLst>
            <pc:docMk/>
            <pc:sldMk cId="1373940027" sldId="262"/>
            <ac:picMk id="2050" creationId="{F80666A9-4195-D34B-1FEA-20077CB1DE07}"/>
          </ac:picMkLst>
        </pc:picChg>
      </pc:sldChg>
      <pc:sldChg chg="modSp mod">
        <pc:chgData name="Gilsiley Darú" userId="134755c3c583793c" providerId="LiveId" clId="{3CDB8BA6-612E-4A87-AA9D-372E5C5CDF1A}" dt="2022-12-07T14:55:29.590" v="264" actId="20577"/>
        <pc:sldMkLst>
          <pc:docMk/>
          <pc:sldMk cId="949303023" sldId="263"/>
        </pc:sldMkLst>
        <pc:spChg chg="mod">
          <ac:chgData name="Gilsiley Darú" userId="134755c3c583793c" providerId="LiveId" clId="{3CDB8BA6-612E-4A87-AA9D-372E5C5CDF1A}" dt="2022-12-07T14:55:29.590" v="264" actId="20577"/>
          <ac:spMkLst>
            <pc:docMk/>
            <pc:sldMk cId="949303023" sldId="263"/>
            <ac:spMk id="3" creationId="{BEA0B5BD-69D6-785C-3907-E0E0E63AD5AD}"/>
          </ac:spMkLst>
        </pc:spChg>
      </pc:sldChg>
      <pc:sldChg chg="del">
        <pc:chgData name="Gilsiley Darú" userId="134755c3c583793c" providerId="LiveId" clId="{3CDB8BA6-612E-4A87-AA9D-372E5C5CDF1A}" dt="2022-12-07T14:22:16.985" v="248" actId="47"/>
        <pc:sldMkLst>
          <pc:docMk/>
          <pc:sldMk cId="261052326" sldId="266"/>
        </pc:sldMkLst>
      </pc:sldChg>
      <pc:sldChg chg="add del">
        <pc:chgData name="Gilsiley Darú" userId="134755c3c583793c" providerId="LiveId" clId="{3CDB8BA6-612E-4A87-AA9D-372E5C5CDF1A}" dt="2022-12-07T14:55:37.782" v="265" actId="47"/>
        <pc:sldMkLst>
          <pc:docMk/>
          <pc:sldMk cId="2086476834" sldId="273"/>
        </pc:sldMkLst>
      </pc:sldChg>
      <pc:sldChg chg="modSp del mod ord">
        <pc:chgData name="Gilsiley Darú" userId="134755c3c583793c" providerId="LiveId" clId="{3CDB8BA6-612E-4A87-AA9D-372E5C5CDF1A}" dt="2022-12-07T17:29:28.949" v="1125" actId="47"/>
        <pc:sldMkLst>
          <pc:docMk/>
          <pc:sldMk cId="2993945281" sldId="275"/>
        </pc:sldMkLst>
        <pc:spChg chg="mod">
          <ac:chgData name="Gilsiley Darú" userId="134755c3c583793c" providerId="LiveId" clId="{3CDB8BA6-612E-4A87-AA9D-372E5C5CDF1A}" dt="2022-12-07T17:12:53.685" v="1037" actId="1076"/>
          <ac:spMkLst>
            <pc:docMk/>
            <pc:sldMk cId="2993945281" sldId="275"/>
            <ac:spMk id="3" creationId="{9DBF2517-F90D-9DF9-52F3-6B43829C3B0E}"/>
          </ac:spMkLst>
        </pc:spChg>
      </pc:sldChg>
      <pc:sldChg chg="addSp delSp modSp del mod">
        <pc:chgData name="Gilsiley Darú" userId="134755c3c583793c" providerId="LiveId" clId="{3CDB8BA6-612E-4A87-AA9D-372E5C5CDF1A}" dt="2022-12-07T17:29:28.949" v="1125" actId="47"/>
        <pc:sldMkLst>
          <pc:docMk/>
          <pc:sldMk cId="842239976" sldId="276"/>
        </pc:sldMkLst>
        <pc:spChg chg="mod">
          <ac:chgData name="Gilsiley Darú" userId="134755c3c583793c" providerId="LiveId" clId="{3CDB8BA6-612E-4A87-AA9D-372E5C5CDF1A}" dt="2022-12-07T17:12:02.373" v="1032" actId="14100"/>
          <ac:spMkLst>
            <pc:docMk/>
            <pc:sldMk cId="842239976" sldId="276"/>
            <ac:spMk id="3" creationId="{9DBF2517-F90D-9DF9-52F3-6B43829C3B0E}"/>
          </ac:spMkLst>
        </pc:spChg>
        <pc:spChg chg="mod">
          <ac:chgData name="Gilsiley Darú" userId="134755c3c583793c" providerId="LiveId" clId="{3CDB8BA6-612E-4A87-AA9D-372E5C5CDF1A}" dt="2022-12-07T17:10:33.706" v="982" actId="20577"/>
          <ac:spMkLst>
            <pc:docMk/>
            <pc:sldMk cId="842239976" sldId="276"/>
            <ac:spMk id="4" creationId="{361C86F2-FA1A-D55D-9247-C84B03BBA137}"/>
          </ac:spMkLst>
        </pc:spChg>
        <pc:spChg chg="add mod">
          <ac:chgData name="Gilsiley Darú" userId="134755c3c583793c" providerId="LiveId" clId="{3CDB8BA6-612E-4A87-AA9D-372E5C5CDF1A}" dt="2022-12-07T17:12:05.768" v="1033" actId="1076"/>
          <ac:spMkLst>
            <pc:docMk/>
            <pc:sldMk cId="842239976" sldId="276"/>
            <ac:spMk id="6" creationId="{8CF7928B-BCBF-E1B3-5CE8-6A3113F3CA8A}"/>
          </ac:spMkLst>
        </pc:spChg>
        <pc:spChg chg="del mod">
          <ac:chgData name="Gilsiley Darú" userId="134755c3c583793c" providerId="LiveId" clId="{3CDB8BA6-612E-4A87-AA9D-372E5C5CDF1A}" dt="2022-12-07T17:11:52.867" v="1027" actId="478"/>
          <ac:spMkLst>
            <pc:docMk/>
            <pc:sldMk cId="842239976" sldId="276"/>
            <ac:spMk id="8" creationId="{739AAB74-5BF1-CD53-D65D-8460054638A3}"/>
          </ac:spMkLst>
        </pc:spChg>
        <pc:spChg chg="mod">
          <ac:chgData name="Gilsiley Darú" userId="134755c3c583793c" providerId="LiveId" clId="{3CDB8BA6-612E-4A87-AA9D-372E5C5CDF1A}" dt="2022-12-07T17:12:15.311" v="1035" actId="20577"/>
          <ac:spMkLst>
            <pc:docMk/>
            <pc:sldMk cId="842239976" sldId="276"/>
            <ac:spMk id="11" creationId="{B1A30F44-81D3-A43A-FA8B-1A77087670DA}"/>
          </ac:spMkLst>
        </pc:spChg>
      </pc:sldChg>
      <pc:sldChg chg="del">
        <pc:chgData name="Gilsiley Darú" userId="134755c3c583793c" providerId="LiveId" clId="{3CDB8BA6-612E-4A87-AA9D-372E5C5CDF1A}" dt="2022-12-07T17:36:02.035" v="1334" actId="47"/>
        <pc:sldMkLst>
          <pc:docMk/>
          <pc:sldMk cId="3809333258" sldId="277"/>
        </pc:sldMkLst>
      </pc:sldChg>
      <pc:sldChg chg="addSp delSp modSp mod ord">
        <pc:chgData name="Gilsiley Darú" userId="134755c3c583793c" providerId="LiveId" clId="{3CDB8BA6-612E-4A87-AA9D-372E5C5CDF1A}" dt="2022-12-07T17:11:29.664" v="1022" actId="1076"/>
        <pc:sldMkLst>
          <pc:docMk/>
          <pc:sldMk cId="1793002642" sldId="278"/>
        </pc:sldMkLst>
        <pc:spChg chg="mod">
          <ac:chgData name="Gilsiley Darú" userId="134755c3c583793c" providerId="LiveId" clId="{3CDB8BA6-612E-4A87-AA9D-372E5C5CDF1A}" dt="2022-12-07T17:11:29.664" v="1022" actId="1076"/>
          <ac:spMkLst>
            <pc:docMk/>
            <pc:sldMk cId="1793002642" sldId="278"/>
            <ac:spMk id="3" creationId="{9DBF2517-F90D-9DF9-52F3-6B43829C3B0E}"/>
          </ac:spMkLst>
        </pc:spChg>
        <pc:spChg chg="mod">
          <ac:chgData name="Gilsiley Darú" userId="134755c3c583793c" providerId="LiveId" clId="{3CDB8BA6-612E-4A87-AA9D-372E5C5CDF1A}" dt="2022-12-07T17:11:23.148" v="1021" actId="20577"/>
          <ac:spMkLst>
            <pc:docMk/>
            <pc:sldMk cId="1793002642" sldId="278"/>
            <ac:spMk id="4" creationId="{361C86F2-FA1A-D55D-9247-C84B03BBA137}"/>
          </ac:spMkLst>
        </pc:spChg>
        <pc:spChg chg="del">
          <ac:chgData name="Gilsiley Darú" userId="134755c3c583793c" providerId="LiveId" clId="{3CDB8BA6-612E-4A87-AA9D-372E5C5CDF1A}" dt="2022-12-07T17:10:56.017" v="986" actId="478"/>
          <ac:spMkLst>
            <pc:docMk/>
            <pc:sldMk cId="1793002642" sldId="278"/>
            <ac:spMk id="5" creationId="{D1D6FEEC-1B81-0A39-50ED-941EB834AECA}"/>
          </ac:spMkLst>
        </pc:spChg>
        <pc:spChg chg="add mod">
          <ac:chgData name="Gilsiley Darú" userId="134755c3c583793c" providerId="LiveId" clId="{3CDB8BA6-612E-4A87-AA9D-372E5C5CDF1A}" dt="2022-12-07T17:11:09.533" v="988" actId="1076"/>
          <ac:spMkLst>
            <pc:docMk/>
            <pc:sldMk cId="1793002642" sldId="278"/>
            <ac:spMk id="6" creationId="{CC154E42-BF52-F235-89F1-BEEE2C3E2D88}"/>
          </ac:spMkLst>
        </pc:spChg>
      </pc:sldChg>
      <pc:sldChg chg="del">
        <pc:chgData name="Gilsiley Darú" userId="134755c3c583793c" providerId="LiveId" clId="{3CDB8BA6-612E-4A87-AA9D-372E5C5CDF1A}" dt="2022-12-07T17:36:02.035" v="1334" actId="47"/>
        <pc:sldMkLst>
          <pc:docMk/>
          <pc:sldMk cId="2009830976" sldId="279"/>
        </pc:sldMkLst>
      </pc:sldChg>
      <pc:sldChg chg="del">
        <pc:chgData name="Gilsiley Darú" userId="134755c3c583793c" providerId="LiveId" clId="{3CDB8BA6-612E-4A87-AA9D-372E5C5CDF1A}" dt="2022-12-07T17:29:28.949" v="1125" actId="47"/>
        <pc:sldMkLst>
          <pc:docMk/>
          <pc:sldMk cId="4284111672" sldId="280"/>
        </pc:sldMkLst>
      </pc:sldChg>
      <pc:sldChg chg="del">
        <pc:chgData name="Gilsiley Darú" userId="134755c3c583793c" providerId="LiveId" clId="{3CDB8BA6-612E-4A87-AA9D-372E5C5CDF1A}" dt="2022-12-07T17:36:02.035" v="1334" actId="47"/>
        <pc:sldMkLst>
          <pc:docMk/>
          <pc:sldMk cId="2748635530" sldId="281"/>
        </pc:sldMkLst>
      </pc:sldChg>
      <pc:sldChg chg="del">
        <pc:chgData name="Gilsiley Darú" userId="134755c3c583793c" providerId="LiveId" clId="{3CDB8BA6-612E-4A87-AA9D-372E5C5CDF1A}" dt="2022-12-07T17:36:02.035" v="1334" actId="47"/>
        <pc:sldMkLst>
          <pc:docMk/>
          <pc:sldMk cId="757148785" sldId="282"/>
        </pc:sldMkLst>
      </pc:sldChg>
      <pc:sldChg chg="addSp delSp modSp mod">
        <pc:chgData name="Gilsiley Darú" userId="134755c3c583793c" providerId="LiveId" clId="{3CDB8BA6-612E-4A87-AA9D-372E5C5CDF1A}" dt="2022-12-07T17:44:01.409" v="1507" actId="20577"/>
        <pc:sldMkLst>
          <pc:docMk/>
          <pc:sldMk cId="3481206651" sldId="283"/>
        </pc:sldMkLst>
        <pc:spChg chg="mod">
          <ac:chgData name="Gilsiley Darú" userId="134755c3c583793c" providerId="LiveId" clId="{3CDB8BA6-612E-4A87-AA9D-372E5C5CDF1A}" dt="2022-12-07T17:44:01.409" v="1507" actId="20577"/>
          <ac:spMkLst>
            <pc:docMk/>
            <pc:sldMk cId="3481206651" sldId="283"/>
            <ac:spMk id="2" creationId="{99EDA2CD-C873-150A-6EE1-1B8E0B660132}"/>
          </ac:spMkLst>
        </pc:spChg>
        <pc:spChg chg="del mod">
          <ac:chgData name="Gilsiley Darú" userId="134755c3c583793c" providerId="LiveId" clId="{3CDB8BA6-612E-4A87-AA9D-372E5C5CDF1A}" dt="2022-12-07T17:36:24.958" v="1357" actId="478"/>
          <ac:spMkLst>
            <pc:docMk/>
            <pc:sldMk cId="3481206651" sldId="283"/>
            <ac:spMk id="3" creationId="{2D9EB961-E734-401E-6F83-CEC2AE8F2E72}"/>
          </ac:spMkLst>
        </pc:spChg>
        <pc:spChg chg="add mod">
          <ac:chgData name="Gilsiley Darú" userId="134755c3c583793c" providerId="LiveId" clId="{3CDB8BA6-612E-4A87-AA9D-372E5C5CDF1A}" dt="2022-12-07T17:43:25.867" v="1484" actId="1076"/>
          <ac:spMkLst>
            <pc:docMk/>
            <pc:sldMk cId="3481206651" sldId="283"/>
            <ac:spMk id="4" creationId="{1B75BB49-271E-4F6C-462B-FA97C5503B84}"/>
          </ac:spMkLst>
        </pc:spChg>
        <pc:spChg chg="add del mod">
          <ac:chgData name="Gilsiley Darú" userId="134755c3c583793c" providerId="LiveId" clId="{3CDB8BA6-612E-4A87-AA9D-372E5C5CDF1A}" dt="2022-12-07T17:42:12.439" v="1407" actId="478"/>
          <ac:spMkLst>
            <pc:docMk/>
            <pc:sldMk cId="3481206651" sldId="283"/>
            <ac:spMk id="5" creationId="{4587270C-F619-7396-4B03-AA8D8D0450BE}"/>
          </ac:spMkLst>
        </pc:spChg>
        <pc:spChg chg="add mod">
          <ac:chgData name="Gilsiley Darú" userId="134755c3c583793c" providerId="LiveId" clId="{3CDB8BA6-612E-4A87-AA9D-372E5C5CDF1A}" dt="2022-12-07T17:38:55.892" v="1397" actId="1076"/>
          <ac:spMkLst>
            <pc:docMk/>
            <pc:sldMk cId="3481206651" sldId="283"/>
            <ac:spMk id="6" creationId="{572FC6C5-BDDD-6FE8-55DB-F1FE23BE2587}"/>
          </ac:spMkLst>
        </pc:spChg>
        <pc:spChg chg="add mod">
          <ac:chgData name="Gilsiley Darú" userId="134755c3c583793c" providerId="LiveId" clId="{3CDB8BA6-612E-4A87-AA9D-372E5C5CDF1A}" dt="2022-12-07T17:38:55.892" v="1397" actId="1076"/>
          <ac:spMkLst>
            <pc:docMk/>
            <pc:sldMk cId="3481206651" sldId="283"/>
            <ac:spMk id="7" creationId="{1BA453FF-B8F8-A031-AD7D-188556B782D8}"/>
          </ac:spMkLst>
        </pc:spChg>
        <pc:spChg chg="add mod">
          <ac:chgData name="Gilsiley Darú" userId="134755c3c583793c" providerId="LiveId" clId="{3CDB8BA6-612E-4A87-AA9D-372E5C5CDF1A}" dt="2022-12-07T17:38:55.892" v="1397" actId="1076"/>
          <ac:spMkLst>
            <pc:docMk/>
            <pc:sldMk cId="3481206651" sldId="283"/>
            <ac:spMk id="8" creationId="{83859872-C00D-75E0-CDD6-F2AA66B6D39A}"/>
          </ac:spMkLst>
        </pc:spChg>
        <pc:spChg chg="add mod">
          <ac:chgData name="Gilsiley Darú" userId="134755c3c583793c" providerId="LiveId" clId="{3CDB8BA6-612E-4A87-AA9D-372E5C5CDF1A}" dt="2022-12-07T17:42:40.317" v="1420" actId="1076"/>
          <ac:spMkLst>
            <pc:docMk/>
            <pc:sldMk cId="3481206651" sldId="283"/>
            <ac:spMk id="9" creationId="{EDA3DDEF-800D-9D07-0455-C51880D5CA09}"/>
          </ac:spMkLst>
        </pc:spChg>
        <pc:spChg chg="add mod">
          <ac:chgData name="Gilsiley Darú" userId="134755c3c583793c" providerId="LiveId" clId="{3CDB8BA6-612E-4A87-AA9D-372E5C5CDF1A}" dt="2022-12-07T17:43:49.203" v="1498" actId="1076"/>
          <ac:spMkLst>
            <pc:docMk/>
            <pc:sldMk cId="3481206651" sldId="283"/>
            <ac:spMk id="12" creationId="{A4E931C9-CEB3-D1C7-7FBE-E0B6D166C79F}"/>
          </ac:spMkLst>
        </pc:spChg>
        <pc:graphicFrameChg chg="add mod modGraphic">
          <ac:chgData name="Gilsiley Darú" userId="134755c3c583793c" providerId="LiveId" clId="{3CDB8BA6-612E-4A87-AA9D-372E5C5CDF1A}" dt="2022-12-07T17:42:54.987" v="1444" actId="6549"/>
          <ac:graphicFrameMkLst>
            <pc:docMk/>
            <pc:sldMk cId="3481206651" sldId="283"/>
            <ac:graphicFrameMk id="10" creationId="{DC5CAE2E-579B-C5CC-3F9B-97CFDE300F6E}"/>
          </ac:graphicFrameMkLst>
        </pc:graphicFrameChg>
        <pc:graphicFrameChg chg="add mod">
          <ac:chgData name="Gilsiley Darú" userId="134755c3c583793c" providerId="LiveId" clId="{3CDB8BA6-612E-4A87-AA9D-372E5C5CDF1A}" dt="2022-12-07T17:42:28.602" v="1418"/>
          <ac:graphicFrameMkLst>
            <pc:docMk/>
            <pc:sldMk cId="3481206651" sldId="283"/>
            <ac:graphicFrameMk id="11" creationId="{DC5CAE2E-579B-C5CC-3F9B-97CFDE300F6E}"/>
          </ac:graphicFrameMkLst>
        </pc:graphicFrameChg>
      </pc:sldChg>
      <pc:sldChg chg="del">
        <pc:chgData name="Gilsiley Darú" userId="134755c3c583793c" providerId="LiveId" clId="{3CDB8BA6-612E-4A87-AA9D-372E5C5CDF1A}" dt="2022-12-07T20:54:09.268" v="1705" actId="47"/>
        <pc:sldMkLst>
          <pc:docMk/>
          <pc:sldMk cId="3392280324" sldId="284"/>
        </pc:sldMkLst>
      </pc:sldChg>
      <pc:sldChg chg="del">
        <pc:chgData name="Gilsiley Darú" userId="134755c3c583793c" providerId="LiveId" clId="{3CDB8BA6-612E-4A87-AA9D-372E5C5CDF1A}" dt="2022-12-07T20:54:11.370" v="1706" actId="47"/>
        <pc:sldMkLst>
          <pc:docMk/>
          <pc:sldMk cId="3260234216" sldId="285"/>
        </pc:sldMkLst>
      </pc:sldChg>
      <pc:sldChg chg="del">
        <pc:chgData name="Gilsiley Darú" userId="134755c3c583793c" providerId="LiveId" clId="{3CDB8BA6-612E-4A87-AA9D-372E5C5CDF1A}" dt="2022-12-07T20:54:12.221" v="1707" actId="47"/>
        <pc:sldMkLst>
          <pc:docMk/>
          <pc:sldMk cId="218280040" sldId="286"/>
        </pc:sldMkLst>
      </pc:sldChg>
      <pc:sldChg chg="del">
        <pc:chgData name="Gilsiley Darú" userId="134755c3c583793c" providerId="LiveId" clId="{3CDB8BA6-612E-4A87-AA9D-372E5C5CDF1A}" dt="2022-12-07T20:54:13.195" v="1708" actId="47"/>
        <pc:sldMkLst>
          <pc:docMk/>
          <pc:sldMk cId="3808351279" sldId="287"/>
        </pc:sldMkLst>
      </pc:sldChg>
      <pc:sldChg chg="del">
        <pc:chgData name="Gilsiley Darú" userId="134755c3c583793c" providerId="LiveId" clId="{3CDB8BA6-612E-4A87-AA9D-372E5C5CDF1A}" dt="2022-12-07T20:54:13.890" v="1709" actId="47"/>
        <pc:sldMkLst>
          <pc:docMk/>
          <pc:sldMk cId="2751198717" sldId="288"/>
        </pc:sldMkLst>
      </pc:sldChg>
      <pc:sldChg chg="del">
        <pc:chgData name="Gilsiley Darú" userId="134755c3c583793c" providerId="LiveId" clId="{3CDB8BA6-612E-4A87-AA9D-372E5C5CDF1A}" dt="2022-12-07T20:54:16.962" v="1710" actId="47"/>
        <pc:sldMkLst>
          <pc:docMk/>
          <pc:sldMk cId="509658695" sldId="289"/>
        </pc:sldMkLst>
      </pc:sldChg>
      <pc:sldChg chg="modSp mod">
        <pc:chgData name="Gilsiley Darú" userId="134755c3c583793c" providerId="LiveId" clId="{3CDB8BA6-612E-4A87-AA9D-372E5C5CDF1A}" dt="2022-12-07T21:34:55.545" v="2808" actId="20577"/>
        <pc:sldMkLst>
          <pc:docMk/>
          <pc:sldMk cId="3588827428" sldId="290"/>
        </pc:sldMkLst>
        <pc:spChg chg="mod">
          <ac:chgData name="Gilsiley Darú" userId="134755c3c583793c" providerId="LiveId" clId="{3CDB8BA6-612E-4A87-AA9D-372E5C5CDF1A}" dt="2022-12-07T21:34:55.545" v="2808" actId="20577"/>
          <ac:spMkLst>
            <pc:docMk/>
            <pc:sldMk cId="3588827428" sldId="290"/>
            <ac:spMk id="3" creationId="{119AFF9A-7030-BEB7-E27D-FE41805CA152}"/>
          </ac:spMkLst>
        </pc:spChg>
      </pc:sldChg>
      <pc:sldChg chg="addSp delSp modSp add mod addAnim delAnim setClrOvrMap">
        <pc:chgData name="Gilsiley Darú" userId="134755c3c583793c" providerId="LiveId" clId="{3CDB8BA6-612E-4A87-AA9D-372E5C5CDF1A}" dt="2022-12-07T14:21:34.725" v="245"/>
        <pc:sldMkLst>
          <pc:docMk/>
          <pc:sldMk cId="627414474" sldId="292"/>
        </pc:sldMkLst>
        <pc:spChg chg="mod">
          <ac:chgData name="Gilsiley Darú" userId="134755c3c583793c" providerId="LiveId" clId="{3CDB8BA6-612E-4A87-AA9D-372E5C5CDF1A}" dt="2022-12-07T14:21:23.960" v="240" actId="26606"/>
          <ac:spMkLst>
            <pc:docMk/>
            <pc:sldMk cId="627414474" sldId="292"/>
            <ac:spMk id="2" creationId="{61BC0616-1965-47B3-6780-A7077BD3228E}"/>
          </ac:spMkLst>
        </pc:spChg>
        <pc:spChg chg="mod">
          <ac:chgData name="Gilsiley Darú" userId="134755c3c583793c" providerId="LiveId" clId="{3CDB8BA6-612E-4A87-AA9D-372E5C5CDF1A}" dt="2022-12-07T14:21:23.960" v="240" actId="26606"/>
          <ac:spMkLst>
            <pc:docMk/>
            <pc:sldMk cId="627414474" sldId="292"/>
            <ac:spMk id="3" creationId="{77C310B7-7536-5CB7-36A5-C793ECC9873F}"/>
          </ac:spMkLst>
        </pc:spChg>
        <pc:spChg chg="mod">
          <ac:chgData name="Gilsiley Darú" userId="134755c3c583793c" providerId="LiveId" clId="{3CDB8BA6-612E-4A87-AA9D-372E5C5CDF1A}" dt="2022-12-07T14:21:23.965" v="243" actId="27636"/>
          <ac:spMkLst>
            <pc:docMk/>
            <pc:sldMk cId="627414474" sldId="292"/>
            <ac:spMk id="8" creationId="{6216B408-566C-603D-8EDC-63DB1F927CAC}"/>
          </ac:spMkLst>
        </pc:spChg>
        <pc:spChg chg="add del">
          <ac:chgData name="Gilsiley Darú" userId="134755c3c583793c" providerId="LiveId" clId="{3CDB8BA6-612E-4A87-AA9D-372E5C5CDF1A}" dt="2022-12-07T14:21:23.960" v="240" actId="26606"/>
          <ac:spMkLst>
            <pc:docMk/>
            <pc:sldMk cId="627414474" sldId="292"/>
            <ac:spMk id="11" creationId="{FB33DC6A-1F1C-4A06-834E-CFF88F1C0BB9}"/>
          </ac:spMkLst>
        </pc:spChg>
        <pc:spChg chg="add del">
          <ac:chgData name="Gilsiley Darú" userId="134755c3c583793c" providerId="LiveId" clId="{3CDB8BA6-612E-4A87-AA9D-372E5C5CDF1A}" dt="2022-12-07T14:21:23.960" v="240" actId="26606"/>
          <ac:spMkLst>
            <pc:docMk/>
            <pc:sldMk cId="627414474" sldId="292"/>
            <ac:spMk id="13" creationId="{0FE1D5CF-87B8-4A8A-AD3C-01D06A60769B}"/>
          </ac:spMkLst>
        </pc:spChg>
        <pc:spChg chg="add del">
          <ac:chgData name="Gilsiley Darú" userId="134755c3c583793c" providerId="LiveId" clId="{3CDB8BA6-612E-4A87-AA9D-372E5C5CDF1A}" dt="2022-12-07T14:21:23.960" v="240" actId="26606"/>
          <ac:spMkLst>
            <pc:docMk/>
            <pc:sldMk cId="627414474" sldId="292"/>
            <ac:spMk id="15" creationId="{60926200-45C2-41E9-839F-31CD5FE4CD59}"/>
          </ac:spMkLst>
        </pc:spChg>
        <pc:spChg chg="add del">
          <ac:chgData name="Gilsiley Darú" userId="134755c3c583793c" providerId="LiveId" clId="{3CDB8BA6-612E-4A87-AA9D-372E5C5CDF1A}" dt="2022-12-07T14:21:23.960" v="240" actId="26606"/>
          <ac:spMkLst>
            <pc:docMk/>
            <pc:sldMk cId="627414474" sldId="292"/>
            <ac:spMk id="17" creationId="{AF2F604E-43BE-4DC3-B983-E071523364F8}"/>
          </ac:spMkLst>
        </pc:spChg>
        <pc:spChg chg="add del">
          <ac:chgData name="Gilsiley Darú" userId="134755c3c583793c" providerId="LiveId" clId="{3CDB8BA6-612E-4A87-AA9D-372E5C5CDF1A}" dt="2022-12-07T14:21:23.960" v="240" actId="26606"/>
          <ac:spMkLst>
            <pc:docMk/>
            <pc:sldMk cId="627414474" sldId="292"/>
            <ac:spMk id="19" creationId="{08C9B587-E65E-4B52-B37C-ABEBB6E87928}"/>
          </ac:spMkLst>
        </pc:spChg>
        <pc:spChg chg="add del">
          <ac:chgData name="Gilsiley Darú" userId="134755c3c583793c" providerId="LiveId" clId="{3CDB8BA6-612E-4A87-AA9D-372E5C5CDF1A}" dt="2022-12-07T14:21:14.544" v="231" actId="26606"/>
          <ac:spMkLst>
            <pc:docMk/>
            <pc:sldMk cId="627414474" sldId="292"/>
            <ac:spMk id="24" creationId="{0671A8AE-40A1-4631-A6B8-581AFF065482}"/>
          </ac:spMkLst>
        </pc:spChg>
        <pc:spChg chg="add del">
          <ac:chgData name="Gilsiley Darú" userId="134755c3c583793c" providerId="LiveId" clId="{3CDB8BA6-612E-4A87-AA9D-372E5C5CDF1A}" dt="2022-12-07T14:21:14.544" v="231" actId="26606"/>
          <ac:spMkLst>
            <pc:docMk/>
            <pc:sldMk cId="627414474" sldId="292"/>
            <ac:spMk id="26" creationId="{A44CD100-6267-4E62-AA64-2182A3A6A1C0}"/>
          </ac:spMkLst>
        </pc:spChg>
        <pc:spChg chg="add del">
          <ac:chgData name="Gilsiley Darú" userId="134755c3c583793c" providerId="LiveId" clId="{3CDB8BA6-612E-4A87-AA9D-372E5C5CDF1A}" dt="2022-12-07T14:21:14.544" v="231" actId="26606"/>
          <ac:spMkLst>
            <pc:docMk/>
            <pc:sldMk cId="627414474" sldId="292"/>
            <ac:spMk id="28" creationId="{AF2F604E-43BE-4DC3-B983-E071523364F8}"/>
          </ac:spMkLst>
        </pc:spChg>
        <pc:spChg chg="add del">
          <ac:chgData name="Gilsiley Darú" userId="134755c3c583793c" providerId="LiveId" clId="{3CDB8BA6-612E-4A87-AA9D-372E5C5CDF1A}" dt="2022-12-07T14:21:14.544" v="231" actId="26606"/>
          <ac:spMkLst>
            <pc:docMk/>
            <pc:sldMk cId="627414474" sldId="292"/>
            <ac:spMk id="30" creationId="{08C9B587-E65E-4B52-B37C-ABEBB6E87928}"/>
          </ac:spMkLst>
        </pc:spChg>
        <pc:spChg chg="add del">
          <ac:chgData name="Gilsiley Darú" userId="134755c3c583793c" providerId="LiveId" clId="{3CDB8BA6-612E-4A87-AA9D-372E5C5CDF1A}" dt="2022-12-07T14:21:20.342" v="236" actId="26606"/>
          <ac:spMkLst>
            <pc:docMk/>
            <pc:sldMk cId="627414474" sldId="292"/>
            <ac:spMk id="32" creationId="{0671A8AE-40A1-4631-A6B8-581AFF065482}"/>
          </ac:spMkLst>
        </pc:spChg>
        <pc:spChg chg="add del">
          <ac:chgData name="Gilsiley Darú" userId="134755c3c583793c" providerId="LiveId" clId="{3CDB8BA6-612E-4A87-AA9D-372E5C5CDF1A}" dt="2022-12-07T14:21:20.342" v="236" actId="26606"/>
          <ac:spMkLst>
            <pc:docMk/>
            <pc:sldMk cId="627414474" sldId="292"/>
            <ac:spMk id="33" creationId="{A44CD100-6267-4E62-AA64-2182A3A6A1C0}"/>
          </ac:spMkLst>
        </pc:spChg>
        <pc:spChg chg="add del">
          <ac:chgData name="Gilsiley Darú" userId="134755c3c583793c" providerId="LiveId" clId="{3CDB8BA6-612E-4A87-AA9D-372E5C5CDF1A}" dt="2022-12-07T14:21:20.342" v="236" actId="26606"/>
          <ac:spMkLst>
            <pc:docMk/>
            <pc:sldMk cId="627414474" sldId="292"/>
            <ac:spMk id="34" creationId="{AF2F604E-43BE-4DC3-B983-E071523364F8}"/>
          </ac:spMkLst>
        </pc:spChg>
        <pc:spChg chg="add del">
          <ac:chgData name="Gilsiley Darú" userId="134755c3c583793c" providerId="LiveId" clId="{3CDB8BA6-612E-4A87-AA9D-372E5C5CDF1A}" dt="2022-12-07T14:21:20.342" v="236" actId="26606"/>
          <ac:spMkLst>
            <pc:docMk/>
            <pc:sldMk cId="627414474" sldId="292"/>
            <ac:spMk id="35" creationId="{08C9B587-E65E-4B52-B37C-ABEBB6E87928}"/>
          </ac:spMkLst>
        </pc:spChg>
        <pc:spChg chg="add del">
          <ac:chgData name="Gilsiley Darú" userId="134755c3c583793c" providerId="LiveId" clId="{3CDB8BA6-612E-4A87-AA9D-372E5C5CDF1A}" dt="2022-12-07T14:21:23.952" v="239" actId="26606"/>
          <ac:spMkLst>
            <pc:docMk/>
            <pc:sldMk cId="627414474" sldId="292"/>
            <ac:spMk id="37" creationId="{6CCA5F87-1D1E-45CB-8D83-FC7EEFAD9935}"/>
          </ac:spMkLst>
        </pc:spChg>
        <pc:spChg chg="add del">
          <ac:chgData name="Gilsiley Darú" userId="134755c3c583793c" providerId="LiveId" clId="{3CDB8BA6-612E-4A87-AA9D-372E5C5CDF1A}" dt="2022-12-07T14:21:23.952" v="239" actId="26606"/>
          <ac:spMkLst>
            <pc:docMk/>
            <pc:sldMk cId="627414474" sldId="292"/>
            <ac:spMk id="38" creationId="{7CCFC2C6-6238-4A2F-93DE-2ADF74AF635E}"/>
          </ac:spMkLst>
        </pc:spChg>
        <pc:spChg chg="add del">
          <ac:chgData name="Gilsiley Darú" userId="134755c3c583793c" providerId="LiveId" clId="{3CDB8BA6-612E-4A87-AA9D-372E5C5CDF1A}" dt="2022-12-07T14:21:23.952" v="239" actId="26606"/>
          <ac:spMkLst>
            <pc:docMk/>
            <pc:sldMk cId="627414474" sldId="292"/>
            <ac:spMk id="39" creationId="{AF2F604E-43BE-4DC3-B983-E071523364F8}"/>
          </ac:spMkLst>
        </pc:spChg>
        <pc:spChg chg="add del">
          <ac:chgData name="Gilsiley Darú" userId="134755c3c583793c" providerId="LiveId" clId="{3CDB8BA6-612E-4A87-AA9D-372E5C5CDF1A}" dt="2022-12-07T14:21:23.952" v="239" actId="26606"/>
          <ac:spMkLst>
            <pc:docMk/>
            <pc:sldMk cId="627414474" sldId="292"/>
            <ac:spMk id="40" creationId="{08C9B587-E65E-4B52-B37C-ABEBB6E87928}"/>
          </ac:spMkLst>
        </pc:spChg>
        <pc:spChg chg="add">
          <ac:chgData name="Gilsiley Darú" userId="134755c3c583793c" providerId="LiveId" clId="{3CDB8BA6-612E-4A87-AA9D-372E5C5CDF1A}" dt="2022-12-07T14:21:23.960" v="240" actId="26606"/>
          <ac:spMkLst>
            <pc:docMk/>
            <pc:sldMk cId="627414474" sldId="292"/>
            <ac:spMk id="42" creationId="{0671A8AE-40A1-4631-A6B8-581AFF065482}"/>
          </ac:spMkLst>
        </pc:spChg>
        <pc:spChg chg="add">
          <ac:chgData name="Gilsiley Darú" userId="134755c3c583793c" providerId="LiveId" clId="{3CDB8BA6-612E-4A87-AA9D-372E5C5CDF1A}" dt="2022-12-07T14:21:23.960" v="240" actId="26606"/>
          <ac:spMkLst>
            <pc:docMk/>
            <pc:sldMk cId="627414474" sldId="292"/>
            <ac:spMk id="43" creationId="{A44CD100-6267-4E62-AA64-2182A3A6A1C0}"/>
          </ac:spMkLst>
        </pc:spChg>
        <pc:spChg chg="add">
          <ac:chgData name="Gilsiley Darú" userId="134755c3c583793c" providerId="LiveId" clId="{3CDB8BA6-612E-4A87-AA9D-372E5C5CDF1A}" dt="2022-12-07T14:21:23.960" v="240" actId="26606"/>
          <ac:spMkLst>
            <pc:docMk/>
            <pc:sldMk cId="627414474" sldId="292"/>
            <ac:spMk id="44" creationId="{AF2F604E-43BE-4DC3-B983-E071523364F8}"/>
          </ac:spMkLst>
        </pc:spChg>
        <pc:spChg chg="add">
          <ac:chgData name="Gilsiley Darú" userId="134755c3c583793c" providerId="LiveId" clId="{3CDB8BA6-612E-4A87-AA9D-372E5C5CDF1A}" dt="2022-12-07T14:21:23.960" v="240" actId="26606"/>
          <ac:spMkLst>
            <pc:docMk/>
            <pc:sldMk cId="627414474" sldId="292"/>
            <ac:spMk id="45" creationId="{08C9B587-E65E-4B52-B37C-ABEBB6E87928}"/>
          </ac:spMkLst>
        </pc:spChg>
        <pc:picChg chg="add mod">
          <ac:chgData name="Gilsiley Darú" userId="134755c3c583793c" providerId="LiveId" clId="{3CDB8BA6-612E-4A87-AA9D-372E5C5CDF1A}" dt="2022-12-07T14:21:34.725" v="245"/>
          <ac:picMkLst>
            <pc:docMk/>
            <pc:sldMk cId="627414474" sldId="292"/>
            <ac:picMk id="4" creationId="{6A2D25B3-5CDB-B2F5-2AE1-7F29BF210476}"/>
          </ac:picMkLst>
        </pc:picChg>
        <pc:picChg chg="del mod ord">
          <ac:chgData name="Gilsiley Darú" userId="134755c3c583793c" providerId="LiveId" clId="{3CDB8BA6-612E-4A87-AA9D-372E5C5CDF1A}" dt="2022-12-07T14:21:28.221" v="244" actId="478"/>
          <ac:picMkLst>
            <pc:docMk/>
            <pc:sldMk cId="627414474" sldId="292"/>
            <ac:picMk id="7" creationId="{B1DA5421-1070-0510-DCAB-B76FD0FE6E7E}"/>
          </ac:picMkLst>
        </pc:picChg>
      </pc:sldChg>
      <pc:sldChg chg="addSp delSp modSp add mod ord">
        <pc:chgData name="Gilsiley Darú" userId="134755c3c583793c" providerId="LiveId" clId="{3CDB8BA6-612E-4A87-AA9D-372E5C5CDF1A}" dt="2022-12-07T15:17:02.078" v="901" actId="478"/>
        <pc:sldMkLst>
          <pc:docMk/>
          <pc:sldMk cId="4241653373" sldId="293"/>
        </pc:sldMkLst>
        <pc:spChg chg="del">
          <ac:chgData name="Gilsiley Darú" userId="134755c3c583793c" providerId="LiveId" clId="{3CDB8BA6-612E-4A87-AA9D-372E5C5CDF1A}" dt="2022-12-07T14:22:58.683" v="252" actId="478"/>
          <ac:spMkLst>
            <pc:docMk/>
            <pc:sldMk cId="4241653373" sldId="293"/>
            <ac:spMk id="3" creationId="{9DBF2517-F90D-9DF9-52F3-6B43829C3B0E}"/>
          </ac:spMkLst>
        </pc:spChg>
        <pc:spChg chg="del">
          <ac:chgData name="Gilsiley Darú" userId="134755c3c583793c" providerId="LiveId" clId="{3CDB8BA6-612E-4A87-AA9D-372E5C5CDF1A}" dt="2022-12-07T14:23:10.054" v="253" actId="478"/>
          <ac:spMkLst>
            <pc:docMk/>
            <pc:sldMk cId="4241653373" sldId="293"/>
            <ac:spMk id="4" creationId="{361C86F2-FA1A-D55D-9247-C84B03BBA137}"/>
          </ac:spMkLst>
        </pc:spChg>
        <pc:spChg chg="add mod">
          <ac:chgData name="Gilsiley Darú" userId="134755c3c583793c" providerId="LiveId" clId="{3CDB8BA6-612E-4A87-AA9D-372E5C5CDF1A}" dt="2022-12-07T14:23:10.471" v="254"/>
          <ac:spMkLst>
            <pc:docMk/>
            <pc:sldMk cId="4241653373" sldId="293"/>
            <ac:spMk id="6" creationId="{B504CCC2-5026-0FD1-2815-933015DB1F26}"/>
          </ac:spMkLst>
        </pc:spChg>
        <pc:spChg chg="add del mod">
          <ac:chgData name="Gilsiley Darú" userId="134755c3c583793c" providerId="LiveId" clId="{3CDB8BA6-612E-4A87-AA9D-372E5C5CDF1A}" dt="2022-12-07T15:17:02.078" v="901" actId="478"/>
          <ac:spMkLst>
            <pc:docMk/>
            <pc:sldMk cId="4241653373" sldId="293"/>
            <ac:spMk id="18" creationId="{CBD8C284-CCD4-5E19-9EA2-390CA2846048}"/>
          </ac:spMkLst>
        </pc:spChg>
        <pc:spChg chg="add del mod">
          <ac:chgData name="Gilsiley Darú" userId="134755c3c583793c" providerId="LiveId" clId="{3CDB8BA6-612E-4A87-AA9D-372E5C5CDF1A}" dt="2022-12-07T15:17:00.118" v="900" actId="478"/>
          <ac:spMkLst>
            <pc:docMk/>
            <pc:sldMk cId="4241653373" sldId="293"/>
            <ac:spMk id="19" creationId="{7406F02C-4582-AA21-85B2-BFB3DE474D2F}"/>
          </ac:spMkLst>
        </pc:spChg>
      </pc:sldChg>
      <pc:sldChg chg="addSp delSp modSp new mod ord">
        <pc:chgData name="Gilsiley Darú" userId="134755c3c583793c" providerId="LiveId" clId="{3CDB8BA6-612E-4A87-AA9D-372E5C5CDF1A}" dt="2022-12-07T17:10:10.911" v="963" actId="313"/>
        <pc:sldMkLst>
          <pc:docMk/>
          <pc:sldMk cId="496642057" sldId="294"/>
        </pc:sldMkLst>
        <pc:spChg chg="mod">
          <ac:chgData name="Gilsiley Darú" userId="134755c3c583793c" providerId="LiveId" clId="{3CDB8BA6-612E-4A87-AA9D-372E5C5CDF1A}" dt="2022-12-07T14:57:24.686" v="301" actId="20577"/>
          <ac:spMkLst>
            <pc:docMk/>
            <pc:sldMk cId="496642057" sldId="294"/>
            <ac:spMk id="2" creationId="{22C56F40-073A-B315-513B-D5E7E5C20C11}"/>
          </ac:spMkLst>
        </pc:spChg>
        <pc:spChg chg="del">
          <ac:chgData name="Gilsiley Darú" userId="134755c3c583793c" providerId="LiveId" clId="{3CDB8BA6-612E-4A87-AA9D-372E5C5CDF1A}" dt="2022-12-07T14:57:51.345" v="303" actId="478"/>
          <ac:spMkLst>
            <pc:docMk/>
            <pc:sldMk cId="496642057" sldId="294"/>
            <ac:spMk id="3" creationId="{25954F87-61FC-23FE-A64A-2CB25E348654}"/>
          </ac:spMkLst>
        </pc:spChg>
        <pc:spChg chg="add mod">
          <ac:chgData name="Gilsiley Darú" userId="134755c3c583793c" providerId="LiveId" clId="{3CDB8BA6-612E-4A87-AA9D-372E5C5CDF1A}" dt="2022-12-07T17:08:53.952" v="905" actId="20577"/>
          <ac:spMkLst>
            <pc:docMk/>
            <pc:sldMk cId="496642057" sldId="294"/>
            <ac:spMk id="4" creationId="{09DCC8FD-B92F-281B-2E5E-05EED7229F82}"/>
          </ac:spMkLst>
        </pc:spChg>
        <pc:spChg chg="add">
          <ac:chgData name="Gilsiley Darú" userId="134755c3c583793c" providerId="LiveId" clId="{3CDB8BA6-612E-4A87-AA9D-372E5C5CDF1A}" dt="2022-12-07T15:00:53.062" v="498" actId="11529"/>
          <ac:spMkLst>
            <pc:docMk/>
            <pc:sldMk cId="496642057" sldId="294"/>
            <ac:spMk id="5" creationId="{C2E4F433-B0F1-280F-DC69-821C5173D23E}"/>
          </ac:spMkLst>
        </pc:spChg>
        <pc:spChg chg="add mod">
          <ac:chgData name="Gilsiley Darú" userId="134755c3c583793c" providerId="LiveId" clId="{3CDB8BA6-612E-4A87-AA9D-372E5C5CDF1A}" dt="2022-12-07T15:02:25.989" v="578" actId="20577"/>
          <ac:spMkLst>
            <pc:docMk/>
            <pc:sldMk cId="496642057" sldId="294"/>
            <ac:spMk id="6" creationId="{911F50EC-9FC2-6755-2673-BA9A0C953DC7}"/>
          </ac:spMkLst>
        </pc:spChg>
        <pc:spChg chg="add mod">
          <ac:chgData name="Gilsiley Darú" userId="134755c3c583793c" providerId="LiveId" clId="{3CDB8BA6-612E-4A87-AA9D-372E5C5CDF1A}" dt="2022-12-07T15:02:32.628" v="594" actId="20577"/>
          <ac:spMkLst>
            <pc:docMk/>
            <pc:sldMk cId="496642057" sldId="294"/>
            <ac:spMk id="7" creationId="{DAA208E1-C294-BF47-B068-BD89D538AC9F}"/>
          </ac:spMkLst>
        </pc:spChg>
        <pc:spChg chg="add">
          <ac:chgData name="Gilsiley Darú" userId="134755c3c583793c" providerId="LiveId" clId="{3CDB8BA6-612E-4A87-AA9D-372E5C5CDF1A}" dt="2022-12-07T17:09:03.582" v="906" actId="11529"/>
          <ac:spMkLst>
            <pc:docMk/>
            <pc:sldMk cId="496642057" sldId="294"/>
            <ac:spMk id="8" creationId="{A8A22101-B77A-8D77-8C2B-FE1968002F3E}"/>
          </ac:spMkLst>
        </pc:spChg>
        <pc:spChg chg="add mod">
          <ac:chgData name="Gilsiley Darú" userId="134755c3c583793c" providerId="LiveId" clId="{3CDB8BA6-612E-4A87-AA9D-372E5C5CDF1A}" dt="2022-12-07T17:09:35.721" v="934" actId="20577"/>
          <ac:spMkLst>
            <pc:docMk/>
            <pc:sldMk cId="496642057" sldId="294"/>
            <ac:spMk id="9" creationId="{16B5B0BE-4561-3C42-4A4E-0D86E87A1303}"/>
          </ac:spMkLst>
        </pc:spChg>
        <pc:spChg chg="add mod">
          <ac:chgData name="Gilsiley Darú" userId="134755c3c583793c" providerId="LiveId" clId="{3CDB8BA6-612E-4A87-AA9D-372E5C5CDF1A}" dt="2022-12-07T17:10:10.911" v="963" actId="313"/>
          <ac:spMkLst>
            <pc:docMk/>
            <pc:sldMk cId="496642057" sldId="294"/>
            <ac:spMk id="10" creationId="{971A6AD6-AAFA-12ED-8A1D-5F44A7EBD29C}"/>
          </ac:spMkLst>
        </pc:spChg>
      </pc:sldChg>
      <pc:sldChg chg="modSp new add del mod">
        <pc:chgData name="Gilsiley Darú" userId="134755c3c583793c" providerId="LiveId" clId="{3CDB8BA6-612E-4A87-AA9D-372E5C5CDF1A}" dt="2022-12-07T15:27:48.603" v="903" actId="47"/>
        <pc:sldMkLst>
          <pc:docMk/>
          <pc:sldMk cId="3918836136" sldId="295"/>
        </pc:sldMkLst>
        <pc:spChg chg="mod">
          <ac:chgData name="Gilsiley Darú" userId="134755c3c583793c" providerId="LiveId" clId="{3CDB8BA6-612E-4A87-AA9D-372E5C5CDF1A}" dt="2022-12-07T14:58:31.294" v="329" actId="20577"/>
          <ac:spMkLst>
            <pc:docMk/>
            <pc:sldMk cId="3918836136" sldId="295"/>
            <ac:spMk id="2" creationId="{60827F7F-84C8-F2C7-F7D4-715D0DA61917}"/>
          </ac:spMkLst>
        </pc:spChg>
        <pc:spChg chg="mod">
          <ac:chgData name="Gilsiley Darú" userId="134755c3c583793c" providerId="LiveId" clId="{3CDB8BA6-612E-4A87-AA9D-372E5C5CDF1A}" dt="2022-12-07T15:15:47.405" v="895" actId="20577"/>
          <ac:spMkLst>
            <pc:docMk/>
            <pc:sldMk cId="3918836136" sldId="295"/>
            <ac:spMk id="3" creationId="{956A17DF-189B-AA25-2F8B-A663C3573A11}"/>
          </ac:spMkLst>
        </pc:spChg>
      </pc:sldChg>
      <pc:sldChg chg="modSp new mod">
        <pc:chgData name="Gilsiley Darú" userId="134755c3c583793c" providerId="LiveId" clId="{3CDB8BA6-612E-4A87-AA9D-372E5C5CDF1A}" dt="2022-12-08T02:55:49.890" v="3014" actId="20577"/>
        <pc:sldMkLst>
          <pc:docMk/>
          <pc:sldMk cId="2012239071" sldId="296"/>
        </pc:sldMkLst>
        <pc:spChg chg="mod">
          <ac:chgData name="Gilsiley Darú" userId="134755c3c583793c" providerId="LiveId" clId="{3CDB8BA6-612E-4A87-AA9D-372E5C5CDF1A}" dt="2022-12-07T15:08:03.872" v="616" actId="20577"/>
          <ac:spMkLst>
            <pc:docMk/>
            <pc:sldMk cId="2012239071" sldId="296"/>
            <ac:spMk id="2" creationId="{468152C9-3B17-4BF3-0F22-80B3ABD90448}"/>
          </ac:spMkLst>
        </pc:spChg>
        <pc:spChg chg="mod">
          <ac:chgData name="Gilsiley Darú" userId="134755c3c583793c" providerId="LiveId" clId="{3CDB8BA6-612E-4A87-AA9D-372E5C5CDF1A}" dt="2022-12-08T02:55:49.890" v="3014" actId="20577"/>
          <ac:spMkLst>
            <pc:docMk/>
            <pc:sldMk cId="2012239071" sldId="296"/>
            <ac:spMk id="3" creationId="{0EDC931A-7204-E6D5-F312-462C1B98D999}"/>
          </ac:spMkLst>
        </pc:spChg>
      </pc:sldChg>
      <pc:sldChg chg="addSp delSp modSp add mod">
        <pc:chgData name="Gilsiley Darú" userId="134755c3c583793c" providerId="LiveId" clId="{3CDB8BA6-612E-4A87-AA9D-372E5C5CDF1A}" dt="2022-12-07T17:20:47.435" v="1040" actId="478"/>
        <pc:sldMkLst>
          <pc:docMk/>
          <pc:sldMk cId="116371268" sldId="297"/>
        </pc:sldMkLst>
        <pc:spChg chg="del">
          <ac:chgData name="Gilsiley Darú" userId="134755c3c583793c" providerId="LiveId" clId="{3CDB8BA6-612E-4A87-AA9D-372E5C5CDF1A}" dt="2022-12-07T17:20:47.435" v="1040" actId="478"/>
          <ac:spMkLst>
            <pc:docMk/>
            <pc:sldMk cId="116371268" sldId="297"/>
            <ac:spMk id="3" creationId="{9DBF2517-F90D-9DF9-52F3-6B43829C3B0E}"/>
          </ac:spMkLst>
        </pc:spChg>
        <pc:spChg chg="add mod ord">
          <ac:chgData name="Gilsiley Darú" userId="134755c3c583793c" providerId="LiveId" clId="{3CDB8BA6-612E-4A87-AA9D-372E5C5CDF1A}" dt="2022-12-07T17:13:01.440" v="1039" actId="167"/>
          <ac:spMkLst>
            <pc:docMk/>
            <pc:sldMk cId="116371268" sldId="297"/>
            <ac:spMk id="5" creationId="{2FAD3ACA-23A9-993F-1E4A-22E31FF3F8E5}"/>
          </ac:spMkLst>
        </pc:spChg>
      </pc:sldChg>
      <pc:sldChg chg="addSp delSp modSp add mod">
        <pc:chgData name="Gilsiley Darú" userId="134755c3c583793c" providerId="LiveId" clId="{3CDB8BA6-612E-4A87-AA9D-372E5C5CDF1A}" dt="2022-12-07T17:27:48.558" v="1047" actId="1076"/>
        <pc:sldMkLst>
          <pc:docMk/>
          <pc:sldMk cId="2281930816" sldId="298"/>
        </pc:sldMkLst>
        <pc:spChg chg="add mod">
          <ac:chgData name="Gilsiley Darú" userId="134755c3c583793c" providerId="LiveId" clId="{3CDB8BA6-612E-4A87-AA9D-372E5C5CDF1A}" dt="2022-12-07T17:27:48.558" v="1047" actId="1076"/>
          <ac:spMkLst>
            <pc:docMk/>
            <pc:sldMk cId="2281930816" sldId="298"/>
            <ac:spMk id="3" creationId="{EFA41282-F202-D246-5F65-984ADFD5B122}"/>
          </ac:spMkLst>
        </pc:spChg>
        <pc:spChg chg="mod">
          <ac:chgData name="Gilsiley Darú" userId="134755c3c583793c" providerId="LiveId" clId="{3CDB8BA6-612E-4A87-AA9D-372E5C5CDF1A}" dt="2022-12-07T17:27:29.655" v="1043" actId="14100"/>
          <ac:spMkLst>
            <pc:docMk/>
            <pc:sldMk cId="2281930816" sldId="298"/>
            <ac:spMk id="5" creationId="{2FAD3ACA-23A9-993F-1E4A-22E31FF3F8E5}"/>
          </ac:spMkLst>
        </pc:spChg>
        <pc:spChg chg="del">
          <ac:chgData name="Gilsiley Darú" userId="134755c3c583793c" providerId="LiveId" clId="{3CDB8BA6-612E-4A87-AA9D-372E5C5CDF1A}" dt="2022-12-07T17:27:43.735" v="1044" actId="478"/>
          <ac:spMkLst>
            <pc:docMk/>
            <pc:sldMk cId="2281930816" sldId="298"/>
            <ac:spMk id="20" creationId="{C032D339-81B1-8AA2-AD05-13590834B59D}"/>
          </ac:spMkLst>
        </pc:spChg>
      </pc:sldChg>
      <pc:sldChg chg="addSp modSp add mod">
        <pc:chgData name="Gilsiley Darú" userId="134755c3c583793c" providerId="LiveId" clId="{3CDB8BA6-612E-4A87-AA9D-372E5C5CDF1A}" dt="2022-12-07T17:54:25.057" v="1533" actId="1076"/>
        <pc:sldMkLst>
          <pc:docMk/>
          <pc:sldMk cId="3730448276" sldId="299"/>
        </pc:sldMkLst>
        <pc:spChg chg="mod">
          <ac:chgData name="Gilsiley Darú" userId="134755c3c583793c" providerId="LiveId" clId="{3CDB8BA6-612E-4A87-AA9D-372E5C5CDF1A}" dt="2022-12-07T17:27:59.661" v="1049" actId="1076"/>
          <ac:spMkLst>
            <pc:docMk/>
            <pc:sldMk cId="3730448276" sldId="299"/>
            <ac:spMk id="5" creationId="{2FAD3ACA-23A9-993F-1E4A-22E31FF3F8E5}"/>
          </ac:spMkLst>
        </pc:spChg>
        <pc:spChg chg="add mod">
          <ac:chgData name="Gilsiley Darú" userId="134755c3c583793c" providerId="LiveId" clId="{3CDB8BA6-612E-4A87-AA9D-372E5C5CDF1A}" dt="2022-12-07T17:28:28.798" v="1098" actId="1076"/>
          <ac:spMkLst>
            <pc:docMk/>
            <pc:sldMk cId="3730448276" sldId="299"/>
            <ac:spMk id="8" creationId="{9AE5DA42-5CA8-F909-B193-07C66AD126D3}"/>
          </ac:spMkLst>
        </pc:spChg>
        <pc:spChg chg="add mod">
          <ac:chgData name="Gilsiley Darú" userId="134755c3c583793c" providerId="LiveId" clId="{3CDB8BA6-612E-4A87-AA9D-372E5C5CDF1A}" dt="2022-12-07T17:54:25.057" v="1533" actId="1076"/>
          <ac:spMkLst>
            <pc:docMk/>
            <pc:sldMk cId="3730448276" sldId="299"/>
            <ac:spMk id="15" creationId="{6AFE06C8-9344-4150-B96D-298971DA132E}"/>
          </ac:spMkLst>
        </pc:spChg>
      </pc:sldChg>
      <pc:sldChg chg="modSp add mod">
        <pc:chgData name="Gilsiley Darú" userId="134755c3c583793c" providerId="LiveId" clId="{3CDB8BA6-612E-4A87-AA9D-372E5C5CDF1A}" dt="2022-12-07T17:29:14.422" v="1123" actId="20577"/>
        <pc:sldMkLst>
          <pc:docMk/>
          <pc:sldMk cId="1358407381" sldId="300"/>
        </pc:sldMkLst>
        <pc:spChg chg="mod">
          <ac:chgData name="Gilsiley Darú" userId="134755c3c583793c" providerId="LiveId" clId="{3CDB8BA6-612E-4A87-AA9D-372E5C5CDF1A}" dt="2022-12-07T17:28:49.022" v="1105" actId="14100"/>
          <ac:spMkLst>
            <pc:docMk/>
            <pc:sldMk cId="1358407381" sldId="300"/>
            <ac:spMk id="5" creationId="{2FAD3ACA-23A9-993F-1E4A-22E31FF3F8E5}"/>
          </ac:spMkLst>
        </pc:spChg>
        <pc:spChg chg="mod">
          <ac:chgData name="Gilsiley Darú" userId="134755c3c583793c" providerId="LiveId" clId="{3CDB8BA6-612E-4A87-AA9D-372E5C5CDF1A}" dt="2022-12-07T17:29:14.422" v="1123" actId="20577"/>
          <ac:spMkLst>
            <pc:docMk/>
            <pc:sldMk cId="1358407381" sldId="300"/>
            <ac:spMk id="15" creationId="{6AFE06C8-9344-4150-B96D-298971DA132E}"/>
          </ac:spMkLst>
        </pc:spChg>
      </pc:sldChg>
      <pc:sldChg chg="addSp delSp modSp add mod">
        <pc:chgData name="Gilsiley Darú" userId="134755c3c583793c" providerId="LiveId" clId="{3CDB8BA6-612E-4A87-AA9D-372E5C5CDF1A}" dt="2022-12-07T17:29:57.470" v="1134" actId="1076"/>
        <pc:sldMkLst>
          <pc:docMk/>
          <pc:sldMk cId="420111335" sldId="301"/>
        </pc:sldMkLst>
        <pc:spChg chg="del">
          <ac:chgData name="Gilsiley Darú" userId="134755c3c583793c" providerId="LiveId" clId="{3CDB8BA6-612E-4A87-AA9D-372E5C5CDF1A}" dt="2022-12-07T17:29:40.674" v="1129" actId="478"/>
          <ac:spMkLst>
            <pc:docMk/>
            <pc:sldMk cId="420111335" sldId="301"/>
            <ac:spMk id="5" creationId="{2FAD3ACA-23A9-993F-1E4A-22E31FF3F8E5}"/>
          </ac:spMkLst>
        </pc:spChg>
        <pc:spChg chg="add del">
          <ac:chgData name="Gilsiley Darú" userId="134755c3c583793c" providerId="LiveId" clId="{3CDB8BA6-612E-4A87-AA9D-372E5C5CDF1A}" dt="2022-12-07T17:29:38.906" v="1128" actId="478"/>
          <ac:spMkLst>
            <pc:docMk/>
            <pc:sldMk cId="420111335" sldId="301"/>
            <ac:spMk id="11" creationId="{B1A30F44-81D3-A43A-FA8B-1A77087670DA}"/>
          </ac:spMkLst>
        </pc:spChg>
        <pc:spChg chg="mod">
          <ac:chgData name="Gilsiley Darú" userId="134755c3c583793c" providerId="LiveId" clId="{3CDB8BA6-612E-4A87-AA9D-372E5C5CDF1A}" dt="2022-12-07T17:29:57.470" v="1134" actId="1076"/>
          <ac:spMkLst>
            <pc:docMk/>
            <pc:sldMk cId="420111335" sldId="301"/>
            <ac:spMk id="15" creationId="{6AFE06C8-9344-4150-B96D-298971DA132E}"/>
          </ac:spMkLst>
        </pc:spChg>
        <pc:spChg chg="add mod">
          <ac:chgData name="Gilsiley Darú" userId="134755c3c583793c" providerId="LiveId" clId="{3CDB8BA6-612E-4A87-AA9D-372E5C5CDF1A}" dt="2022-12-07T17:29:33.639" v="1126"/>
          <ac:spMkLst>
            <pc:docMk/>
            <pc:sldMk cId="420111335" sldId="301"/>
            <ac:spMk id="18" creationId="{F6B9E6F8-7F7F-47C5-7473-5502EB23FDCA}"/>
          </ac:spMkLst>
        </pc:spChg>
      </pc:sldChg>
      <pc:sldChg chg="modSp add mod">
        <pc:chgData name="Gilsiley Darú" userId="134755c3c583793c" providerId="LiveId" clId="{3CDB8BA6-612E-4A87-AA9D-372E5C5CDF1A}" dt="2022-12-07T17:30:10.773" v="1139" actId="1076"/>
        <pc:sldMkLst>
          <pc:docMk/>
          <pc:sldMk cId="2415292155" sldId="302"/>
        </pc:sldMkLst>
        <pc:spChg chg="mod">
          <ac:chgData name="Gilsiley Darú" userId="134755c3c583793c" providerId="LiveId" clId="{3CDB8BA6-612E-4A87-AA9D-372E5C5CDF1A}" dt="2022-12-07T17:30:10.773" v="1139" actId="1076"/>
          <ac:spMkLst>
            <pc:docMk/>
            <pc:sldMk cId="2415292155" sldId="302"/>
            <ac:spMk id="15" creationId="{6AFE06C8-9344-4150-B96D-298971DA132E}"/>
          </ac:spMkLst>
        </pc:spChg>
        <pc:spChg chg="mod">
          <ac:chgData name="Gilsiley Darú" userId="134755c3c583793c" providerId="LiveId" clId="{3CDB8BA6-612E-4A87-AA9D-372E5C5CDF1A}" dt="2022-12-07T17:30:08.198" v="1138" actId="14100"/>
          <ac:spMkLst>
            <pc:docMk/>
            <pc:sldMk cId="2415292155" sldId="302"/>
            <ac:spMk id="18" creationId="{F6B9E6F8-7F7F-47C5-7473-5502EB23FDCA}"/>
          </ac:spMkLst>
        </pc:spChg>
      </pc:sldChg>
      <pc:sldChg chg="delSp modSp add mod">
        <pc:chgData name="Gilsiley Darú" userId="134755c3c583793c" providerId="LiveId" clId="{3CDB8BA6-612E-4A87-AA9D-372E5C5CDF1A}" dt="2022-12-07T17:43:12.915" v="1463" actId="20577"/>
        <pc:sldMkLst>
          <pc:docMk/>
          <pc:sldMk cId="1355661423" sldId="303"/>
        </pc:sldMkLst>
        <pc:spChg chg="mod">
          <ac:chgData name="Gilsiley Darú" userId="134755c3c583793c" providerId="LiveId" clId="{3CDB8BA6-612E-4A87-AA9D-372E5C5CDF1A}" dt="2022-12-07T17:43:12.915" v="1463" actId="20577"/>
          <ac:spMkLst>
            <pc:docMk/>
            <pc:sldMk cId="1355661423" sldId="303"/>
            <ac:spMk id="6" creationId="{CC154E42-BF52-F235-89F1-BEEE2C3E2D88}"/>
          </ac:spMkLst>
        </pc:spChg>
        <pc:spChg chg="del">
          <ac:chgData name="Gilsiley Darú" userId="134755c3c583793c" providerId="LiveId" clId="{3CDB8BA6-612E-4A87-AA9D-372E5C5CDF1A}" dt="2022-12-07T17:32:25.715" v="1227" actId="21"/>
          <ac:spMkLst>
            <pc:docMk/>
            <pc:sldMk cId="1355661423" sldId="303"/>
            <ac:spMk id="8" creationId="{9AE5DA42-5CA8-F909-B193-07C66AD126D3}"/>
          </ac:spMkLst>
        </pc:spChg>
        <pc:spChg chg="del">
          <ac:chgData name="Gilsiley Darú" userId="134755c3c583793c" providerId="LiveId" clId="{3CDB8BA6-612E-4A87-AA9D-372E5C5CDF1A}" dt="2022-12-07T17:30:20.365" v="1143" actId="478"/>
          <ac:spMkLst>
            <pc:docMk/>
            <pc:sldMk cId="1355661423" sldId="303"/>
            <ac:spMk id="15" creationId="{6AFE06C8-9344-4150-B96D-298971DA132E}"/>
          </ac:spMkLst>
        </pc:spChg>
        <pc:spChg chg="mod ord">
          <ac:chgData name="Gilsiley Darú" userId="134755c3c583793c" providerId="LiveId" clId="{3CDB8BA6-612E-4A87-AA9D-372E5C5CDF1A}" dt="2022-12-07T17:30:30.983" v="1147" actId="1076"/>
          <ac:spMkLst>
            <pc:docMk/>
            <pc:sldMk cId="1355661423" sldId="303"/>
            <ac:spMk id="18" creationId="{F6B9E6F8-7F7F-47C5-7473-5502EB23FDCA}"/>
          </ac:spMkLst>
        </pc:spChg>
      </pc:sldChg>
      <pc:sldChg chg="addSp delSp modSp add mod">
        <pc:chgData name="Gilsiley Darú" userId="134755c3c583793c" providerId="LiveId" clId="{3CDB8BA6-612E-4A87-AA9D-372E5C5CDF1A}" dt="2022-12-07T17:35:54.957" v="1333" actId="14100"/>
        <pc:sldMkLst>
          <pc:docMk/>
          <pc:sldMk cId="1147171793" sldId="304"/>
        </pc:sldMkLst>
        <pc:spChg chg="mod">
          <ac:chgData name="Gilsiley Darú" userId="134755c3c583793c" providerId="LiveId" clId="{3CDB8BA6-612E-4A87-AA9D-372E5C5CDF1A}" dt="2022-12-07T17:33:36.374" v="1299" actId="20577"/>
          <ac:spMkLst>
            <pc:docMk/>
            <pc:sldMk cId="1147171793" sldId="304"/>
            <ac:spMk id="2" creationId="{41D05EDD-859A-B918-7668-9CE2DE44A116}"/>
          </ac:spMkLst>
        </pc:spChg>
        <pc:spChg chg="mod">
          <ac:chgData name="Gilsiley Darú" userId="134755c3c583793c" providerId="LiveId" clId="{3CDB8BA6-612E-4A87-AA9D-372E5C5CDF1A}" dt="2022-12-07T17:31:47.591" v="1210" actId="1076"/>
          <ac:spMkLst>
            <pc:docMk/>
            <pc:sldMk cId="1147171793" sldId="304"/>
            <ac:spMk id="3" creationId="{EFA41282-F202-D246-5F65-984ADFD5B122}"/>
          </ac:spMkLst>
        </pc:spChg>
        <pc:spChg chg="mod">
          <ac:chgData name="Gilsiley Darú" userId="134755c3c583793c" providerId="LiveId" clId="{3CDB8BA6-612E-4A87-AA9D-372E5C5CDF1A}" dt="2022-12-07T17:32:59.828" v="1250" actId="1076"/>
          <ac:spMkLst>
            <pc:docMk/>
            <pc:sldMk cId="1147171793" sldId="304"/>
            <ac:spMk id="4" creationId="{361C86F2-FA1A-D55D-9247-C84B03BBA137}"/>
          </ac:spMkLst>
        </pc:spChg>
        <pc:spChg chg="add del mod">
          <ac:chgData name="Gilsiley Darú" userId="134755c3c583793c" providerId="LiveId" clId="{3CDB8BA6-612E-4A87-AA9D-372E5C5CDF1A}" dt="2022-12-07T17:35:27.283" v="1305" actId="478"/>
          <ac:spMkLst>
            <pc:docMk/>
            <pc:sldMk cId="1147171793" sldId="304"/>
            <ac:spMk id="5" creationId="{941F4FF5-839F-089A-4BDE-1795F998101D}"/>
          </ac:spMkLst>
        </pc:spChg>
        <pc:spChg chg="mod">
          <ac:chgData name="Gilsiley Darú" userId="134755c3c583793c" providerId="LiveId" clId="{3CDB8BA6-612E-4A87-AA9D-372E5C5CDF1A}" dt="2022-12-07T17:31:56.389" v="1213" actId="1076"/>
          <ac:spMkLst>
            <pc:docMk/>
            <pc:sldMk cId="1147171793" sldId="304"/>
            <ac:spMk id="6" creationId="{CC154E42-BF52-F235-89F1-BEEE2C3E2D88}"/>
          </ac:spMkLst>
        </pc:spChg>
        <pc:spChg chg="del mod">
          <ac:chgData name="Gilsiley Darú" userId="134755c3c583793c" providerId="LiveId" clId="{3CDB8BA6-612E-4A87-AA9D-372E5C5CDF1A}" dt="2022-12-07T17:31:49.511" v="1211" actId="478"/>
          <ac:spMkLst>
            <pc:docMk/>
            <pc:sldMk cId="1147171793" sldId="304"/>
            <ac:spMk id="8" creationId="{9AE5DA42-5CA8-F909-B193-07C66AD126D3}"/>
          </ac:spMkLst>
        </pc:spChg>
        <pc:spChg chg="mod">
          <ac:chgData name="Gilsiley Darú" userId="134755c3c583793c" providerId="LiveId" clId="{3CDB8BA6-612E-4A87-AA9D-372E5C5CDF1A}" dt="2022-12-07T17:32:52.741" v="1247" actId="1076"/>
          <ac:spMkLst>
            <pc:docMk/>
            <pc:sldMk cId="1147171793" sldId="304"/>
            <ac:spMk id="9" creationId="{F9D225A7-AC6F-3D72-E922-3385490D7433}"/>
          </ac:spMkLst>
        </pc:spChg>
        <pc:spChg chg="mod">
          <ac:chgData name="Gilsiley Darú" userId="134755c3c583793c" providerId="LiveId" clId="{3CDB8BA6-612E-4A87-AA9D-372E5C5CDF1A}" dt="2022-12-07T17:31:47.591" v="1210" actId="1076"/>
          <ac:spMkLst>
            <pc:docMk/>
            <pc:sldMk cId="1147171793" sldId="304"/>
            <ac:spMk id="10" creationId="{6458A28D-A75B-DC30-2B1E-2B8D7985A6B5}"/>
          </ac:spMkLst>
        </pc:spChg>
        <pc:spChg chg="mod">
          <ac:chgData name="Gilsiley Darú" userId="134755c3c583793c" providerId="LiveId" clId="{3CDB8BA6-612E-4A87-AA9D-372E5C5CDF1A}" dt="2022-12-07T17:31:47.591" v="1210" actId="1076"/>
          <ac:spMkLst>
            <pc:docMk/>
            <pc:sldMk cId="1147171793" sldId="304"/>
            <ac:spMk id="11" creationId="{B1A30F44-81D3-A43A-FA8B-1A77087670DA}"/>
          </ac:spMkLst>
        </pc:spChg>
        <pc:spChg chg="mod">
          <ac:chgData name="Gilsiley Darú" userId="134755c3c583793c" providerId="LiveId" clId="{3CDB8BA6-612E-4A87-AA9D-372E5C5CDF1A}" dt="2022-12-07T17:31:56.389" v="1213" actId="1076"/>
          <ac:spMkLst>
            <pc:docMk/>
            <pc:sldMk cId="1147171793" sldId="304"/>
            <ac:spMk id="12" creationId="{1CA563BE-1320-8F74-A8D7-D724F5D440DF}"/>
          </ac:spMkLst>
        </pc:spChg>
        <pc:spChg chg="mod">
          <ac:chgData name="Gilsiley Darú" userId="134755c3c583793c" providerId="LiveId" clId="{3CDB8BA6-612E-4A87-AA9D-372E5C5CDF1A}" dt="2022-12-07T17:31:56.389" v="1213" actId="1076"/>
          <ac:spMkLst>
            <pc:docMk/>
            <pc:sldMk cId="1147171793" sldId="304"/>
            <ac:spMk id="13" creationId="{0F5C6ABD-DEB2-3465-690C-FC25E0CC65E5}"/>
          </ac:spMkLst>
        </pc:spChg>
        <pc:spChg chg="mod">
          <ac:chgData name="Gilsiley Darú" userId="134755c3c583793c" providerId="LiveId" clId="{3CDB8BA6-612E-4A87-AA9D-372E5C5CDF1A}" dt="2022-12-07T17:33:01.293" v="1251" actId="1076"/>
          <ac:spMkLst>
            <pc:docMk/>
            <pc:sldMk cId="1147171793" sldId="304"/>
            <ac:spMk id="14" creationId="{549D8991-C9EE-936A-709E-7A957954BF62}"/>
          </ac:spMkLst>
        </pc:spChg>
        <pc:spChg chg="add mod">
          <ac:chgData name="Gilsiley Darú" userId="134755c3c583793c" providerId="LiveId" clId="{3CDB8BA6-612E-4A87-AA9D-372E5C5CDF1A}" dt="2022-12-07T17:32:58.278" v="1249" actId="1076"/>
          <ac:spMkLst>
            <pc:docMk/>
            <pc:sldMk cId="1147171793" sldId="304"/>
            <ac:spMk id="15" creationId="{9E811047-1577-6CA5-1FE2-49E66978C35C}"/>
          </ac:spMkLst>
        </pc:spChg>
        <pc:spChg chg="mod">
          <ac:chgData name="Gilsiley Darú" userId="134755c3c583793c" providerId="LiveId" clId="{3CDB8BA6-612E-4A87-AA9D-372E5C5CDF1A}" dt="2022-12-07T17:35:54.957" v="1333" actId="14100"/>
          <ac:spMkLst>
            <pc:docMk/>
            <pc:sldMk cId="1147171793" sldId="304"/>
            <ac:spMk id="18" creationId="{F6B9E6F8-7F7F-47C5-7473-5502EB23FDCA}"/>
          </ac:spMkLst>
        </pc:spChg>
        <pc:spChg chg="mod">
          <ac:chgData name="Gilsiley Darú" userId="134755c3c583793c" providerId="LiveId" clId="{3CDB8BA6-612E-4A87-AA9D-372E5C5CDF1A}" dt="2022-12-07T17:33:03.437" v="1252" actId="1076"/>
          <ac:spMkLst>
            <pc:docMk/>
            <pc:sldMk cId="1147171793" sldId="304"/>
            <ac:spMk id="19" creationId="{E7C2AD63-7996-F646-3B54-C00608EF8432}"/>
          </ac:spMkLst>
        </pc:spChg>
        <pc:spChg chg="add mod">
          <ac:chgData name="Gilsiley Darú" userId="134755c3c583793c" providerId="LiveId" clId="{3CDB8BA6-612E-4A87-AA9D-372E5C5CDF1A}" dt="2022-12-07T17:35:44.380" v="1329" actId="1076"/>
          <ac:spMkLst>
            <pc:docMk/>
            <pc:sldMk cId="1147171793" sldId="304"/>
            <ac:spMk id="20" creationId="{297CAC6E-835C-1121-D004-8B4A27DDB889}"/>
          </ac:spMkLst>
        </pc:spChg>
      </pc:sldChg>
      <pc:sldChg chg="addSp delSp modSp add mod">
        <pc:chgData name="Gilsiley Darú" userId="134755c3c583793c" providerId="LiveId" clId="{3CDB8BA6-612E-4A87-AA9D-372E5C5CDF1A}" dt="2022-12-07T17:58:26.183" v="1569" actId="1076"/>
        <pc:sldMkLst>
          <pc:docMk/>
          <pc:sldMk cId="3313061362" sldId="305"/>
        </pc:sldMkLst>
        <pc:spChg chg="mod">
          <ac:chgData name="Gilsiley Darú" userId="134755c3c583793c" providerId="LiveId" clId="{3CDB8BA6-612E-4A87-AA9D-372E5C5CDF1A}" dt="2022-12-07T17:56:21.029" v="1541" actId="20577"/>
          <ac:spMkLst>
            <pc:docMk/>
            <pc:sldMk cId="3313061362" sldId="305"/>
            <ac:spMk id="2" creationId="{99EDA2CD-C873-150A-6EE1-1B8E0B660132}"/>
          </ac:spMkLst>
        </pc:spChg>
        <pc:spChg chg="add mod">
          <ac:chgData name="Gilsiley Darú" userId="134755c3c583793c" providerId="LiveId" clId="{3CDB8BA6-612E-4A87-AA9D-372E5C5CDF1A}" dt="2022-12-07T17:58:26.183" v="1569" actId="1076"/>
          <ac:spMkLst>
            <pc:docMk/>
            <pc:sldMk cId="3313061362" sldId="305"/>
            <ac:spMk id="3" creationId="{7DE3E7A6-0CE0-B3F2-1493-20222223F15B}"/>
          </ac:spMkLst>
        </pc:spChg>
        <pc:spChg chg="mod">
          <ac:chgData name="Gilsiley Darú" userId="134755c3c583793c" providerId="LiveId" clId="{3CDB8BA6-612E-4A87-AA9D-372E5C5CDF1A}" dt="2022-12-07T17:58:26.183" v="1569" actId="1076"/>
          <ac:spMkLst>
            <pc:docMk/>
            <pc:sldMk cId="3313061362" sldId="305"/>
            <ac:spMk id="4" creationId="{1B75BB49-271E-4F6C-462B-FA97C5503B84}"/>
          </ac:spMkLst>
        </pc:spChg>
        <pc:spChg chg="del mod">
          <ac:chgData name="Gilsiley Darú" userId="134755c3c583793c" providerId="LiveId" clId="{3CDB8BA6-612E-4A87-AA9D-372E5C5CDF1A}" dt="2022-12-07T17:56:45.783" v="1548" actId="478"/>
          <ac:spMkLst>
            <pc:docMk/>
            <pc:sldMk cId="3313061362" sldId="305"/>
            <ac:spMk id="6" creationId="{572FC6C5-BDDD-6FE8-55DB-F1FE23BE2587}"/>
          </ac:spMkLst>
        </pc:spChg>
        <pc:spChg chg="del mod">
          <ac:chgData name="Gilsiley Darú" userId="134755c3c583793c" providerId="LiveId" clId="{3CDB8BA6-612E-4A87-AA9D-372E5C5CDF1A}" dt="2022-12-07T17:56:45.783" v="1548" actId="478"/>
          <ac:spMkLst>
            <pc:docMk/>
            <pc:sldMk cId="3313061362" sldId="305"/>
            <ac:spMk id="7" creationId="{1BA453FF-B8F8-A031-AD7D-188556B782D8}"/>
          </ac:spMkLst>
        </pc:spChg>
        <pc:spChg chg="del mod">
          <ac:chgData name="Gilsiley Darú" userId="134755c3c583793c" providerId="LiveId" clId="{3CDB8BA6-612E-4A87-AA9D-372E5C5CDF1A}" dt="2022-12-07T17:56:45.783" v="1548" actId="478"/>
          <ac:spMkLst>
            <pc:docMk/>
            <pc:sldMk cId="3313061362" sldId="305"/>
            <ac:spMk id="8" creationId="{83859872-C00D-75E0-CDD6-F2AA66B6D39A}"/>
          </ac:spMkLst>
        </pc:spChg>
        <pc:spChg chg="mod">
          <ac:chgData name="Gilsiley Darú" userId="134755c3c583793c" providerId="LiveId" clId="{3CDB8BA6-612E-4A87-AA9D-372E5C5CDF1A}" dt="2022-12-07T17:58:26.183" v="1569" actId="1076"/>
          <ac:spMkLst>
            <pc:docMk/>
            <pc:sldMk cId="3313061362" sldId="305"/>
            <ac:spMk id="9" creationId="{EDA3DDEF-800D-9D07-0455-C51880D5CA09}"/>
          </ac:spMkLst>
        </pc:spChg>
        <pc:spChg chg="mod">
          <ac:chgData name="Gilsiley Darú" userId="134755c3c583793c" providerId="LiveId" clId="{3CDB8BA6-612E-4A87-AA9D-372E5C5CDF1A}" dt="2022-12-07T17:58:26.183" v="1569" actId="1076"/>
          <ac:spMkLst>
            <pc:docMk/>
            <pc:sldMk cId="3313061362" sldId="305"/>
            <ac:spMk id="12" creationId="{A4E931C9-CEB3-D1C7-7FBE-E0B6D166C79F}"/>
          </ac:spMkLst>
        </pc:spChg>
        <pc:graphicFrameChg chg="del">
          <ac:chgData name="Gilsiley Darú" userId="134755c3c583793c" providerId="LiveId" clId="{3CDB8BA6-612E-4A87-AA9D-372E5C5CDF1A}" dt="2022-12-07T17:57:09.430" v="1552" actId="478"/>
          <ac:graphicFrameMkLst>
            <pc:docMk/>
            <pc:sldMk cId="3313061362" sldId="305"/>
            <ac:graphicFrameMk id="10" creationId="{DC5CAE2E-579B-C5CC-3F9B-97CFDE300F6E}"/>
          </ac:graphicFrameMkLst>
        </pc:graphicFrameChg>
      </pc:sldChg>
      <pc:sldChg chg="addSp delSp modSp new mod">
        <pc:chgData name="Gilsiley Darú" userId="134755c3c583793c" providerId="LiveId" clId="{3CDB8BA6-612E-4A87-AA9D-372E5C5CDF1A}" dt="2022-12-07T19:49:41.279" v="1652" actId="1076"/>
        <pc:sldMkLst>
          <pc:docMk/>
          <pc:sldMk cId="3800640383" sldId="306"/>
        </pc:sldMkLst>
        <pc:spChg chg="mod">
          <ac:chgData name="Gilsiley Darú" userId="134755c3c583793c" providerId="LiveId" clId="{3CDB8BA6-612E-4A87-AA9D-372E5C5CDF1A}" dt="2022-12-07T19:48:19.040" v="1617" actId="20577"/>
          <ac:spMkLst>
            <pc:docMk/>
            <pc:sldMk cId="3800640383" sldId="306"/>
            <ac:spMk id="2" creationId="{D0756A78-697A-DC98-DB9E-807280726B84}"/>
          </ac:spMkLst>
        </pc:spChg>
        <pc:spChg chg="del">
          <ac:chgData name="Gilsiley Darú" userId="134755c3c583793c" providerId="LiveId" clId="{3CDB8BA6-612E-4A87-AA9D-372E5C5CDF1A}" dt="2022-12-07T17:59:07.255" v="1571"/>
          <ac:spMkLst>
            <pc:docMk/>
            <pc:sldMk cId="3800640383" sldId="306"/>
            <ac:spMk id="3" creationId="{5A9F0278-9DFB-098D-EE55-3885F49EB366}"/>
          </ac:spMkLst>
        </pc:spChg>
        <pc:spChg chg="add del mod">
          <ac:chgData name="Gilsiley Darú" userId="134755c3c583793c" providerId="LiveId" clId="{3CDB8BA6-612E-4A87-AA9D-372E5C5CDF1A}" dt="2022-12-07T19:48:25.690" v="1619" actId="478"/>
          <ac:spMkLst>
            <pc:docMk/>
            <pc:sldMk cId="3800640383" sldId="306"/>
            <ac:spMk id="6" creationId="{A488EEB3-5DCC-29D4-0DBE-2E139AADDD5F}"/>
          </ac:spMkLst>
        </pc:spChg>
        <pc:spChg chg="add mod">
          <ac:chgData name="Gilsiley Darú" userId="134755c3c583793c" providerId="LiveId" clId="{3CDB8BA6-612E-4A87-AA9D-372E5C5CDF1A}" dt="2022-12-07T19:49:41.279" v="1652" actId="1076"/>
          <ac:spMkLst>
            <pc:docMk/>
            <pc:sldMk cId="3800640383" sldId="306"/>
            <ac:spMk id="7" creationId="{CC3CDA29-D136-769A-0844-3F62A72D6E37}"/>
          </ac:spMkLst>
        </pc:spChg>
        <pc:spChg chg="add mod">
          <ac:chgData name="Gilsiley Darú" userId="134755c3c583793c" providerId="LiveId" clId="{3CDB8BA6-612E-4A87-AA9D-372E5C5CDF1A}" dt="2022-12-07T19:49:41.279" v="1652" actId="1076"/>
          <ac:spMkLst>
            <pc:docMk/>
            <pc:sldMk cId="3800640383" sldId="306"/>
            <ac:spMk id="8" creationId="{2F7472E7-4C70-3D10-11C5-A8B0290AAAEC}"/>
          </ac:spMkLst>
        </pc:spChg>
        <pc:spChg chg="add mod">
          <ac:chgData name="Gilsiley Darú" userId="134755c3c583793c" providerId="LiveId" clId="{3CDB8BA6-612E-4A87-AA9D-372E5C5CDF1A}" dt="2022-12-07T19:49:41.279" v="1652" actId="1076"/>
          <ac:spMkLst>
            <pc:docMk/>
            <pc:sldMk cId="3800640383" sldId="306"/>
            <ac:spMk id="9" creationId="{935340B8-CBDF-F5E5-FCAF-4F2856165659}"/>
          </ac:spMkLst>
        </pc:spChg>
        <pc:spChg chg="add mod">
          <ac:chgData name="Gilsiley Darú" userId="134755c3c583793c" providerId="LiveId" clId="{3CDB8BA6-612E-4A87-AA9D-372E5C5CDF1A}" dt="2022-12-07T19:49:41.279" v="1652" actId="1076"/>
          <ac:spMkLst>
            <pc:docMk/>
            <pc:sldMk cId="3800640383" sldId="306"/>
            <ac:spMk id="10" creationId="{EE79CCA6-4350-C716-4BD9-8C847EDE2557}"/>
          </ac:spMkLst>
        </pc:spChg>
        <pc:picChg chg="add mod">
          <ac:chgData name="Gilsiley Darú" userId="134755c3c583793c" providerId="LiveId" clId="{3CDB8BA6-612E-4A87-AA9D-372E5C5CDF1A}" dt="2022-12-07T19:49:41.279" v="1652" actId="1076"/>
          <ac:picMkLst>
            <pc:docMk/>
            <pc:sldMk cId="3800640383" sldId="306"/>
            <ac:picMk id="5" creationId="{BF754118-8C6F-64C5-6C43-8C2BB5DFD7F2}"/>
          </ac:picMkLst>
        </pc:picChg>
      </pc:sldChg>
      <pc:sldChg chg="modSp add mod">
        <pc:chgData name="Gilsiley Darú" userId="134755c3c583793c" providerId="LiveId" clId="{3CDB8BA6-612E-4A87-AA9D-372E5C5CDF1A}" dt="2022-12-07T19:49:52.632" v="1654" actId="1076"/>
        <pc:sldMkLst>
          <pc:docMk/>
          <pc:sldMk cId="4018986651" sldId="307"/>
        </pc:sldMkLst>
        <pc:spChg chg="mod">
          <ac:chgData name="Gilsiley Darú" userId="134755c3c583793c" providerId="LiveId" clId="{3CDB8BA6-612E-4A87-AA9D-372E5C5CDF1A}" dt="2022-12-07T19:49:04.194" v="1648" actId="20577"/>
          <ac:spMkLst>
            <pc:docMk/>
            <pc:sldMk cId="4018986651" sldId="307"/>
            <ac:spMk id="2" creationId="{D0756A78-697A-DC98-DB9E-807280726B84}"/>
          </ac:spMkLst>
        </pc:spChg>
        <pc:spChg chg="mod">
          <ac:chgData name="Gilsiley Darú" userId="134755c3c583793c" providerId="LiveId" clId="{3CDB8BA6-612E-4A87-AA9D-372E5C5CDF1A}" dt="2022-12-07T19:49:52.632" v="1654" actId="1076"/>
          <ac:spMkLst>
            <pc:docMk/>
            <pc:sldMk cId="4018986651" sldId="307"/>
            <ac:spMk id="6" creationId="{A488EEB3-5DCC-29D4-0DBE-2E139AADDD5F}"/>
          </ac:spMkLst>
        </pc:spChg>
        <pc:spChg chg="mod">
          <ac:chgData name="Gilsiley Darú" userId="134755c3c583793c" providerId="LiveId" clId="{3CDB8BA6-612E-4A87-AA9D-372E5C5CDF1A}" dt="2022-12-07T19:49:52.632" v="1654" actId="1076"/>
          <ac:spMkLst>
            <pc:docMk/>
            <pc:sldMk cId="4018986651" sldId="307"/>
            <ac:spMk id="7" creationId="{CC3CDA29-D136-769A-0844-3F62A72D6E37}"/>
          </ac:spMkLst>
        </pc:spChg>
        <pc:spChg chg="mod">
          <ac:chgData name="Gilsiley Darú" userId="134755c3c583793c" providerId="LiveId" clId="{3CDB8BA6-612E-4A87-AA9D-372E5C5CDF1A}" dt="2022-12-07T19:49:52.632" v="1654" actId="1076"/>
          <ac:spMkLst>
            <pc:docMk/>
            <pc:sldMk cId="4018986651" sldId="307"/>
            <ac:spMk id="8" creationId="{2F7472E7-4C70-3D10-11C5-A8B0290AAAEC}"/>
          </ac:spMkLst>
        </pc:spChg>
        <pc:picChg chg="mod">
          <ac:chgData name="Gilsiley Darú" userId="134755c3c583793c" providerId="LiveId" clId="{3CDB8BA6-612E-4A87-AA9D-372E5C5CDF1A}" dt="2022-12-07T19:49:52.632" v="1654" actId="1076"/>
          <ac:picMkLst>
            <pc:docMk/>
            <pc:sldMk cId="4018986651" sldId="307"/>
            <ac:picMk id="5" creationId="{BF754118-8C6F-64C5-6C43-8C2BB5DFD7F2}"/>
          </ac:picMkLst>
        </pc:picChg>
      </pc:sldChg>
      <pc:sldChg chg="addSp delSp modSp new mod setBg">
        <pc:chgData name="Gilsiley Darú" userId="134755c3c583793c" providerId="LiveId" clId="{3CDB8BA6-612E-4A87-AA9D-372E5C5CDF1A}" dt="2022-12-07T21:45:21.859" v="2836" actId="14100"/>
        <pc:sldMkLst>
          <pc:docMk/>
          <pc:sldMk cId="3459353868" sldId="308"/>
        </pc:sldMkLst>
        <pc:spChg chg="mod">
          <ac:chgData name="Gilsiley Darú" userId="134755c3c583793c" providerId="LiveId" clId="{3CDB8BA6-612E-4A87-AA9D-372E5C5CDF1A}" dt="2022-12-07T20:53:18.090" v="1682" actId="26606"/>
          <ac:spMkLst>
            <pc:docMk/>
            <pc:sldMk cId="3459353868" sldId="308"/>
            <ac:spMk id="2" creationId="{E995C6F8-F22D-E2BE-9241-2BE983429029}"/>
          </ac:spMkLst>
        </pc:spChg>
        <pc:spChg chg="del">
          <ac:chgData name="Gilsiley Darú" userId="134755c3c583793c" providerId="LiveId" clId="{3CDB8BA6-612E-4A87-AA9D-372E5C5CDF1A}" dt="2022-12-07T20:02:49.185" v="1667"/>
          <ac:spMkLst>
            <pc:docMk/>
            <pc:sldMk cId="3459353868" sldId="308"/>
            <ac:spMk id="3" creationId="{571BF0E8-8C0B-832E-D029-EACE2447B650}"/>
          </ac:spMkLst>
        </pc:spChg>
        <pc:spChg chg="add del mod">
          <ac:chgData name="Gilsiley Darú" userId="134755c3c583793c" providerId="LiveId" clId="{3CDB8BA6-612E-4A87-AA9D-372E5C5CDF1A}" dt="2022-12-07T20:51:05.160" v="1677" actId="26606"/>
          <ac:spMkLst>
            <pc:docMk/>
            <pc:sldMk cId="3459353868" sldId="308"/>
            <ac:spMk id="6" creationId="{3596031C-BB33-2ADD-F0EE-9315FE7C2393}"/>
          </ac:spMkLst>
        </pc:spChg>
        <pc:spChg chg="add del">
          <ac:chgData name="Gilsiley Darú" userId="134755c3c583793c" providerId="LiveId" clId="{3CDB8BA6-612E-4A87-AA9D-372E5C5CDF1A}" dt="2022-12-07T20:51:05.160" v="1677" actId="26606"/>
          <ac:spMkLst>
            <pc:docMk/>
            <pc:sldMk cId="3459353868" sldId="308"/>
            <ac:spMk id="9" creationId="{44AD29B6-BF3B-4407-9E75-52DF8E3B29F1}"/>
          </ac:spMkLst>
        </pc:spChg>
        <pc:spChg chg="add del mod">
          <ac:chgData name="Gilsiley Darú" userId="134755c3c583793c" providerId="LiveId" clId="{3CDB8BA6-612E-4A87-AA9D-372E5C5CDF1A}" dt="2022-12-07T20:53:15.353" v="1681"/>
          <ac:spMkLst>
            <pc:docMk/>
            <pc:sldMk cId="3459353868" sldId="308"/>
            <ac:spMk id="10" creationId="{515EE34D-FB85-B00D-FA61-3F494F415BE7}"/>
          </ac:spMkLst>
        </pc:spChg>
        <pc:spChg chg="add del">
          <ac:chgData name="Gilsiley Darú" userId="134755c3c583793c" providerId="LiveId" clId="{3CDB8BA6-612E-4A87-AA9D-372E5C5CDF1A}" dt="2022-12-07T20:51:05.160" v="1677" actId="26606"/>
          <ac:spMkLst>
            <pc:docMk/>
            <pc:sldMk cId="3459353868" sldId="308"/>
            <ac:spMk id="11" creationId="{55F8BA08-3E38-4B70-B93A-74F08E092206}"/>
          </ac:spMkLst>
        </pc:spChg>
        <pc:spChg chg="add del">
          <ac:chgData name="Gilsiley Darú" userId="134755c3c583793c" providerId="LiveId" clId="{3CDB8BA6-612E-4A87-AA9D-372E5C5CDF1A}" dt="2022-12-07T20:51:05.160" v="1677" actId="26606"/>
          <ac:spMkLst>
            <pc:docMk/>
            <pc:sldMk cId="3459353868" sldId="308"/>
            <ac:spMk id="13" creationId="{357F1B33-79AB-4A71-8CEC-4546D709B8C8}"/>
          </ac:spMkLst>
        </pc:spChg>
        <pc:spChg chg="add mod">
          <ac:chgData name="Gilsiley Darú" userId="134755c3c583793c" providerId="LiveId" clId="{3CDB8BA6-612E-4A87-AA9D-372E5C5CDF1A}" dt="2022-12-07T21:45:21.859" v="2836" actId="14100"/>
          <ac:spMkLst>
            <pc:docMk/>
            <pc:sldMk cId="3459353868" sldId="308"/>
            <ac:spMk id="14" creationId="{FAD127C5-F8D2-F0C9-3D56-63424DD099E6}"/>
          </ac:spMkLst>
        </pc:spChg>
        <pc:spChg chg="add del">
          <ac:chgData name="Gilsiley Darú" userId="134755c3c583793c" providerId="LiveId" clId="{3CDB8BA6-612E-4A87-AA9D-372E5C5CDF1A}" dt="2022-12-07T20:53:18.090" v="1682" actId="26606"/>
          <ac:spMkLst>
            <pc:docMk/>
            <pc:sldMk cId="3459353868" sldId="308"/>
            <ac:spMk id="19" creationId="{B5416EBC-B41E-4F8A-BE9F-07301B682CBD}"/>
          </ac:spMkLst>
        </pc:spChg>
        <pc:spChg chg="add del">
          <ac:chgData name="Gilsiley Darú" userId="134755c3c583793c" providerId="LiveId" clId="{3CDB8BA6-612E-4A87-AA9D-372E5C5CDF1A}" dt="2022-12-07T20:53:18.090" v="1682" actId="26606"/>
          <ac:spMkLst>
            <pc:docMk/>
            <pc:sldMk cId="3459353868" sldId="308"/>
            <ac:spMk id="21" creationId="{AFF79527-C7F1-4E06-8126-A8E8C5FEBFCA}"/>
          </ac:spMkLst>
        </pc:spChg>
        <pc:spChg chg="add del">
          <ac:chgData name="Gilsiley Darú" userId="134755c3c583793c" providerId="LiveId" clId="{3CDB8BA6-612E-4A87-AA9D-372E5C5CDF1A}" dt="2022-12-07T20:53:18.090" v="1682" actId="26606"/>
          <ac:spMkLst>
            <pc:docMk/>
            <pc:sldMk cId="3459353868" sldId="308"/>
            <ac:spMk id="23" creationId="{55986208-8A53-4E92-9197-6B57BCCB2F37}"/>
          </ac:spMkLst>
        </pc:spChg>
        <pc:spChg chg="add">
          <ac:chgData name="Gilsiley Darú" userId="134755c3c583793c" providerId="LiveId" clId="{3CDB8BA6-612E-4A87-AA9D-372E5C5CDF1A}" dt="2022-12-07T20:53:18.090" v="1682" actId="26606"/>
          <ac:spMkLst>
            <pc:docMk/>
            <pc:sldMk cId="3459353868" sldId="308"/>
            <ac:spMk id="28" creationId="{7517A47C-B2E5-4B79-8061-D74B1311AF6E}"/>
          </ac:spMkLst>
        </pc:spChg>
        <pc:spChg chg="add">
          <ac:chgData name="Gilsiley Darú" userId="134755c3c583793c" providerId="LiveId" clId="{3CDB8BA6-612E-4A87-AA9D-372E5C5CDF1A}" dt="2022-12-07T20:53:18.090" v="1682" actId="26606"/>
          <ac:spMkLst>
            <pc:docMk/>
            <pc:sldMk cId="3459353868" sldId="308"/>
            <ac:spMk id="30" creationId="{C505E780-2083-4CB5-A42A-5E0E2908ECC3}"/>
          </ac:spMkLst>
        </pc:spChg>
        <pc:spChg chg="add">
          <ac:chgData name="Gilsiley Darú" userId="134755c3c583793c" providerId="LiveId" clId="{3CDB8BA6-612E-4A87-AA9D-372E5C5CDF1A}" dt="2022-12-07T20:53:18.090" v="1682" actId="26606"/>
          <ac:spMkLst>
            <pc:docMk/>
            <pc:sldMk cId="3459353868" sldId="308"/>
            <ac:spMk id="32" creationId="{D2C0AE1C-0118-41AE-8A10-7CDCBF10E96F}"/>
          </ac:spMkLst>
        </pc:spChg>
        <pc:spChg chg="add">
          <ac:chgData name="Gilsiley Darú" userId="134755c3c583793c" providerId="LiveId" clId="{3CDB8BA6-612E-4A87-AA9D-372E5C5CDF1A}" dt="2022-12-07T20:53:18.090" v="1682" actId="26606"/>
          <ac:spMkLst>
            <pc:docMk/>
            <pc:sldMk cId="3459353868" sldId="308"/>
            <ac:spMk id="34" creationId="{463EEC44-1BA3-44ED-81FC-A644B04B2A44}"/>
          </ac:spMkLst>
        </pc:spChg>
        <pc:graphicFrameChg chg="add del mod">
          <ac:chgData name="Gilsiley Darú" userId="134755c3c583793c" providerId="LiveId" clId="{3CDB8BA6-612E-4A87-AA9D-372E5C5CDF1A}" dt="2022-12-07T20:50:56.051" v="1674" actId="478"/>
          <ac:graphicFrameMkLst>
            <pc:docMk/>
            <pc:sldMk cId="3459353868" sldId="308"/>
            <ac:graphicFrameMk id="4" creationId="{F5551FF5-D4C3-A6AA-85AC-20029DCA6A07}"/>
          </ac:graphicFrameMkLst>
        </pc:graphicFrameChg>
        <pc:graphicFrameChg chg="add del mod">
          <ac:chgData name="Gilsiley Darú" userId="134755c3c583793c" providerId="LiveId" clId="{3CDB8BA6-612E-4A87-AA9D-372E5C5CDF1A}" dt="2022-12-07T20:51:05.160" v="1677" actId="26606"/>
          <ac:graphicFrameMkLst>
            <pc:docMk/>
            <pc:sldMk cId="3459353868" sldId="308"/>
            <ac:graphicFrameMk id="7" creationId="{F5551FF5-D4C3-A6AA-85AC-20029DCA6A07}"/>
          </ac:graphicFrameMkLst>
        </pc:graphicFrameChg>
        <pc:graphicFrameChg chg="add mod">
          <ac:chgData name="Gilsiley Darú" userId="134755c3c583793c" providerId="LiveId" clId="{3CDB8BA6-612E-4A87-AA9D-372E5C5CDF1A}" dt="2022-12-07T20:53:47.242" v="1704" actId="403"/>
          <ac:graphicFrameMkLst>
            <pc:docMk/>
            <pc:sldMk cId="3459353868" sldId="308"/>
            <ac:graphicFrameMk id="12" creationId="{F5551FF5-D4C3-A6AA-85AC-20029DCA6A07}"/>
          </ac:graphicFrameMkLst>
        </pc:graphicFrameChg>
        <pc:graphicFrameChg chg="add del mod">
          <ac:chgData name="Gilsiley Darú" userId="134755c3c583793c" providerId="LiveId" clId="{3CDB8BA6-612E-4A87-AA9D-372E5C5CDF1A}" dt="2022-12-07T20:53:09.605" v="1679" actId="478"/>
          <ac:graphicFrameMkLst>
            <pc:docMk/>
            <pc:sldMk cId="3459353868" sldId="308"/>
            <ac:graphicFrameMk id="16" creationId="{F5551FF5-D4C3-A6AA-85AC-20029DCA6A07}"/>
          </ac:graphicFrameMkLst>
        </pc:graphicFrameChg>
      </pc:sldChg>
      <pc:sldChg chg="addSp modSp add mod">
        <pc:chgData name="Gilsiley Darú" userId="134755c3c583793c" providerId="LiveId" clId="{3CDB8BA6-612E-4A87-AA9D-372E5C5CDF1A}" dt="2022-12-07T21:26:21.915" v="1923" actId="14100"/>
        <pc:sldMkLst>
          <pc:docMk/>
          <pc:sldMk cId="4085728707" sldId="309"/>
        </pc:sldMkLst>
        <pc:spChg chg="add mod">
          <ac:chgData name="Gilsiley Darú" userId="134755c3c583793c" providerId="LiveId" clId="{3CDB8BA6-612E-4A87-AA9D-372E5C5CDF1A}" dt="2022-12-07T20:54:45.077" v="1713" actId="1076"/>
          <ac:spMkLst>
            <pc:docMk/>
            <pc:sldMk cId="4085728707" sldId="309"/>
            <ac:spMk id="3" creationId="{4E30EC62-DB7F-7E2A-312D-4D0154A0C944}"/>
          </ac:spMkLst>
        </pc:spChg>
        <pc:spChg chg="add mod">
          <ac:chgData name="Gilsiley Darú" userId="134755c3c583793c" providerId="LiveId" clId="{3CDB8BA6-612E-4A87-AA9D-372E5C5CDF1A}" dt="2022-12-07T21:26:21.915" v="1923" actId="14100"/>
          <ac:spMkLst>
            <pc:docMk/>
            <pc:sldMk cId="4085728707" sldId="309"/>
            <ac:spMk id="4" creationId="{5E81F8AF-15FB-B59D-7454-39049257F795}"/>
          </ac:spMkLst>
        </pc:spChg>
      </pc:sldChg>
      <pc:sldChg chg="modSp add mod ord">
        <pc:chgData name="Gilsiley Darú" userId="134755c3c583793c" providerId="LiveId" clId="{3CDB8BA6-612E-4A87-AA9D-372E5C5CDF1A}" dt="2022-12-07T21:25:48.148" v="1881" actId="20577"/>
        <pc:sldMkLst>
          <pc:docMk/>
          <pc:sldMk cId="3211162653" sldId="310"/>
        </pc:sldMkLst>
        <pc:spChg chg="mod">
          <ac:chgData name="Gilsiley Darú" userId="134755c3c583793c" providerId="LiveId" clId="{3CDB8BA6-612E-4A87-AA9D-372E5C5CDF1A}" dt="2022-12-07T21:25:35.866" v="1843" actId="1076"/>
          <ac:spMkLst>
            <pc:docMk/>
            <pc:sldMk cId="3211162653" sldId="310"/>
            <ac:spMk id="3" creationId="{4E30EC62-DB7F-7E2A-312D-4D0154A0C944}"/>
          </ac:spMkLst>
        </pc:spChg>
        <pc:spChg chg="mod">
          <ac:chgData name="Gilsiley Darú" userId="134755c3c583793c" providerId="LiveId" clId="{3CDB8BA6-612E-4A87-AA9D-372E5C5CDF1A}" dt="2022-12-07T21:25:48.148" v="1881" actId="20577"/>
          <ac:spMkLst>
            <pc:docMk/>
            <pc:sldMk cId="3211162653" sldId="310"/>
            <ac:spMk id="4" creationId="{5E81F8AF-15FB-B59D-7454-39049257F795}"/>
          </ac:spMkLst>
        </pc:spChg>
      </pc:sldChg>
      <pc:sldChg chg="addSp delSp modSp add mod">
        <pc:chgData name="Gilsiley Darú" userId="134755c3c583793c" providerId="LiveId" clId="{3CDB8BA6-612E-4A87-AA9D-372E5C5CDF1A}" dt="2022-12-07T21:28:02.543" v="1985"/>
        <pc:sldMkLst>
          <pc:docMk/>
          <pc:sldMk cId="2657302430" sldId="311"/>
        </pc:sldMkLst>
        <pc:spChg chg="del">
          <ac:chgData name="Gilsiley Darú" userId="134755c3c583793c" providerId="LiveId" clId="{3CDB8BA6-612E-4A87-AA9D-372E5C5CDF1A}" dt="2022-12-07T21:26:36.234" v="1925" actId="478"/>
          <ac:spMkLst>
            <pc:docMk/>
            <pc:sldMk cId="2657302430" sldId="311"/>
            <ac:spMk id="3" creationId="{4E30EC62-DB7F-7E2A-312D-4D0154A0C944}"/>
          </ac:spMkLst>
        </pc:spChg>
        <pc:spChg chg="mod">
          <ac:chgData name="Gilsiley Darú" userId="134755c3c583793c" providerId="LiveId" clId="{3CDB8BA6-612E-4A87-AA9D-372E5C5CDF1A}" dt="2022-12-07T21:27:48.184" v="1984" actId="20577"/>
          <ac:spMkLst>
            <pc:docMk/>
            <pc:sldMk cId="2657302430" sldId="311"/>
            <ac:spMk id="4" creationId="{5E81F8AF-15FB-B59D-7454-39049257F795}"/>
          </ac:spMkLst>
        </pc:spChg>
        <pc:spChg chg="add del">
          <ac:chgData name="Gilsiley Darú" userId="134755c3c583793c" providerId="LiveId" clId="{3CDB8BA6-612E-4A87-AA9D-372E5C5CDF1A}" dt="2022-12-07T21:26:51.087" v="1927" actId="478"/>
          <ac:spMkLst>
            <pc:docMk/>
            <pc:sldMk cId="2657302430" sldId="311"/>
            <ac:spMk id="5" creationId="{A1D24994-A8E8-52C1-8455-070C435C6325}"/>
          </ac:spMkLst>
        </pc:spChg>
        <pc:spChg chg="add mod">
          <ac:chgData name="Gilsiley Darú" userId="134755c3c583793c" providerId="LiveId" clId="{3CDB8BA6-612E-4A87-AA9D-372E5C5CDF1A}" dt="2022-12-07T21:27:12.642" v="1929" actId="1076"/>
          <ac:spMkLst>
            <pc:docMk/>
            <pc:sldMk cId="2657302430" sldId="311"/>
            <ac:spMk id="6" creationId="{DE5ECC4F-7783-E99D-6F98-3E5F024F14C1}"/>
          </ac:spMkLst>
        </pc:spChg>
        <pc:graphicFrameChg chg="mod">
          <ac:chgData name="Gilsiley Darú" userId="134755c3c583793c" providerId="LiveId" clId="{3CDB8BA6-612E-4A87-AA9D-372E5C5CDF1A}" dt="2022-12-07T21:28:02.543" v="1985"/>
          <ac:graphicFrameMkLst>
            <pc:docMk/>
            <pc:sldMk cId="2657302430" sldId="311"/>
            <ac:graphicFrameMk id="12" creationId="{F5551FF5-D4C3-A6AA-85AC-20029DCA6A07}"/>
          </ac:graphicFrameMkLst>
        </pc:graphicFrameChg>
      </pc:sldChg>
      <pc:sldChg chg="modSp add mod ord">
        <pc:chgData name="Gilsiley Darú" userId="134755c3c583793c" providerId="LiveId" clId="{3CDB8BA6-612E-4A87-AA9D-372E5C5CDF1A}" dt="2022-12-07T21:29:08.888" v="2089" actId="20577"/>
        <pc:sldMkLst>
          <pc:docMk/>
          <pc:sldMk cId="2548267350" sldId="312"/>
        </pc:sldMkLst>
        <pc:spChg chg="mod">
          <ac:chgData name="Gilsiley Darú" userId="134755c3c583793c" providerId="LiveId" clId="{3CDB8BA6-612E-4A87-AA9D-372E5C5CDF1A}" dt="2022-12-07T21:29:08.888" v="2089" actId="20577"/>
          <ac:spMkLst>
            <pc:docMk/>
            <pc:sldMk cId="2548267350" sldId="312"/>
            <ac:spMk id="4" creationId="{5E81F8AF-15FB-B59D-7454-39049257F795}"/>
          </ac:spMkLst>
        </pc:spChg>
      </pc:sldChg>
      <pc:sldChg chg="addSp modSp add mod ord">
        <pc:chgData name="Gilsiley Darú" userId="134755c3c583793c" providerId="LiveId" clId="{3CDB8BA6-612E-4A87-AA9D-372E5C5CDF1A}" dt="2022-12-07T21:32:04.450" v="2352" actId="1076"/>
        <pc:sldMkLst>
          <pc:docMk/>
          <pc:sldMk cId="1154679343" sldId="313"/>
        </pc:sldMkLst>
        <pc:spChg chg="mod">
          <ac:chgData name="Gilsiley Darú" userId="134755c3c583793c" providerId="LiveId" clId="{3CDB8BA6-612E-4A87-AA9D-372E5C5CDF1A}" dt="2022-12-07T21:30:23.674" v="2206" actId="1076"/>
          <ac:spMkLst>
            <pc:docMk/>
            <pc:sldMk cId="1154679343" sldId="313"/>
            <ac:spMk id="4" creationId="{5E81F8AF-15FB-B59D-7454-39049257F795}"/>
          </ac:spMkLst>
        </pc:spChg>
        <pc:spChg chg="add mod">
          <ac:chgData name="Gilsiley Darú" userId="134755c3c583793c" providerId="LiveId" clId="{3CDB8BA6-612E-4A87-AA9D-372E5C5CDF1A}" dt="2022-12-07T21:32:04.450" v="2352" actId="1076"/>
          <ac:spMkLst>
            <pc:docMk/>
            <pc:sldMk cId="1154679343" sldId="313"/>
            <ac:spMk id="5" creationId="{8B2DB38E-7E12-A5C1-A492-6944251A6F3C}"/>
          </ac:spMkLst>
        </pc:spChg>
      </pc:sldChg>
      <pc:sldChg chg="modSp add mod ord">
        <pc:chgData name="Gilsiley Darú" userId="134755c3c583793c" providerId="LiveId" clId="{3CDB8BA6-612E-4A87-AA9D-372E5C5CDF1A}" dt="2022-12-07T21:31:40.313" v="2334" actId="14100"/>
        <pc:sldMkLst>
          <pc:docMk/>
          <pc:sldMk cId="1434059149" sldId="314"/>
        </pc:sldMkLst>
        <pc:spChg chg="mod">
          <ac:chgData name="Gilsiley Darú" userId="134755c3c583793c" providerId="LiveId" clId="{3CDB8BA6-612E-4A87-AA9D-372E5C5CDF1A}" dt="2022-12-07T21:31:40.313" v="2334" actId="14100"/>
          <ac:spMkLst>
            <pc:docMk/>
            <pc:sldMk cId="1434059149" sldId="314"/>
            <ac:spMk id="4" creationId="{5E81F8AF-15FB-B59D-7454-39049257F795}"/>
          </ac:spMkLst>
        </pc:spChg>
      </pc:sldChg>
      <pc:sldChg chg="addSp delSp modSp new mod">
        <pc:chgData name="Gilsiley Darú" userId="134755c3c583793c" providerId="LiveId" clId="{3CDB8BA6-612E-4A87-AA9D-372E5C5CDF1A}" dt="2022-12-08T02:28:03.721" v="2915" actId="20577"/>
        <pc:sldMkLst>
          <pc:docMk/>
          <pc:sldMk cId="2937193629" sldId="315"/>
        </pc:sldMkLst>
        <pc:spChg chg="mod">
          <ac:chgData name="Gilsiley Darú" userId="134755c3c583793c" providerId="LiveId" clId="{3CDB8BA6-612E-4A87-AA9D-372E5C5CDF1A}" dt="2022-12-08T02:28:03.721" v="2915" actId="20577"/>
          <ac:spMkLst>
            <pc:docMk/>
            <pc:sldMk cId="2937193629" sldId="315"/>
            <ac:spMk id="2" creationId="{15C0FD7E-E34A-5F4F-8BA6-5EAA438A3B37}"/>
          </ac:spMkLst>
        </pc:spChg>
        <pc:spChg chg="add del">
          <ac:chgData name="Gilsiley Darú" userId="134755c3c583793c" providerId="LiveId" clId="{3CDB8BA6-612E-4A87-AA9D-372E5C5CDF1A}" dt="2022-12-08T02:25:42.511" v="2840" actId="478"/>
          <ac:spMkLst>
            <pc:docMk/>
            <pc:sldMk cId="2937193629" sldId="315"/>
            <ac:spMk id="3" creationId="{68957BCF-8E0F-51A0-9E21-5B68F39A6B83}"/>
          </ac:spMkLst>
        </pc:spChg>
        <pc:graphicFrameChg chg="add del mod">
          <ac:chgData name="Gilsiley Darú" userId="134755c3c583793c" providerId="LiveId" clId="{3CDB8BA6-612E-4A87-AA9D-372E5C5CDF1A}" dt="2022-12-08T02:25:40.049" v="2839"/>
          <ac:graphicFrameMkLst>
            <pc:docMk/>
            <pc:sldMk cId="2937193629" sldId="315"/>
            <ac:graphicFrameMk id="4" creationId="{8D67DC29-D8E9-4FD6-B77C-FE48A3F1BACE}"/>
          </ac:graphicFrameMkLst>
        </pc:graphicFrameChg>
        <pc:graphicFrameChg chg="add del mod modGraphic">
          <ac:chgData name="Gilsiley Darú" userId="134755c3c583793c" providerId="LiveId" clId="{3CDB8BA6-612E-4A87-AA9D-372E5C5CDF1A}" dt="2022-12-08T02:26:13.550" v="2846" actId="478"/>
          <ac:graphicFrameMkLst>
            <pc:docMk/>
            <pc:sldMk cId="2937193629" sldId="315"/>
            <ac:graphicFrameMk id="6" creationId="{800D1008-31F5-6EF7-D5DC-9C568E51B26E}"/>
          </ac:graphicFrameMkLst>
        </pc:graphicFrameChg>
        <pc:picChg chg="add del">
          <ac:chgData name="Gilsiley Darú" userId="134755c3c583793c" providerId="LiveId" clId="{3CDB8BA6-612E-4A87-AA9D-372E5C5CDF1A}" dt="2022-12-08T02:25:46.497" v="2842"/>
          <ac:picMkLst>
            <pc:docMk/>
            <pc:sldMk cId="2937193629" sldId="315"/>
            <ac:picMk id="5" creationId="{8909FBF4-9B0A-76AB-294E-C41E96658493}"/>
          </ac:picMkLst>
        </pc:picChg>
        <pc:picChg chg="add del">
          <ac:chgData name="Gilsiley Darú" userId="134755c3c583793c" providerId="LiveId" clId="{3CDB8BA6-612E-4A87-AA9D-372E5C5CDF1A}" dt="2022-12-08T02:26:19.124" v="2848"/>
          <ac:picMkLst>
            <pc:docMk/>
            <pc:sldMk cId="2937193629" sldId="315"/>
            <ac:picMk id="7" creationId="{2556E2FB-CAC3-A306-B029-84B183ABF77D}"/>
          </ac:picMkLst>
        </pc:picChg>
        <pc:picChg chg="add mod">
          <ac:chgData name="Gilsiley Darú" userId="134755c3c583793c" providerId="LiveId" clId="{3CDB8BA6-612E-4A87-AA9D-372E5C5CDF1A}" dt="2022-12-08T02:27:37.151" v="2851" actId="1076"/>
          <ac:picMkLst>
            <pc:docMk/>
            <pc:sldMk cId="2937193629" sldId="315"/>
            <ac:picMk id="9" creationId="{7FA949D7-5402-6467-F9E3-CC160F8A8421}"/>
          </ac:picMkLst>
        </pc:picChg>
      </pc:sldChg>
      <pc:sldChg chg="new del">
        <pc:chgData name="Gilsiley Darú" userId="134755c3c583793c" providerId="LiveId" clId="{3CDB8BA6-612E-4A87-AA9D-372E5C5CDF1A}" dt="2022-12-07T21:44:32.443" v="2810" actId="680"/>
        <pc:sldMkLst>
          <pc:docMk/>
          <pc:sldMk cId="3733908450" sldId="315"/>
        </pc:sldMkLst>
      </pc:sldChg>
      <pc:sldChg chg="new">
        <pc:chgData name="Gilsiley Darú" userId="134755c3c583793c" providerId="LiveId" clId="{3CDB8BA6-612E-4A87-AA9D-372E5C5CDF1A}" dt="2022-12-09T14:09:30.337" v="3153" actId="680"/>
        <pc:sldMkLst>
          <pc:docMk/>
          <pc:sldMk cId="1830388254" sldId="31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6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ghdaru\Downloads\evolucaodetalhe1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800"/>
              <a:t>Evolução</a:t>
            </a:r>
            <a:r>
              <a:rPr lang="pt-BR" sz="1800" baseline="0"/>
              <a:t> das Acurácias Externa e Interna para os Modelos Incerteza e Aleatório</a:t>
            </a:r>
            <a:endParaRPr lang="pt-BR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acuracia_E_inc</c:v>
                </c:pt>
              </c:strCache>
            </c:strRef>
          </c:tx>
          <c:spPr>
            <a:ln w="190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Sheet1!$B$2:$B$48</c:f>
              <c:numCache>
                <c:formatCode>General</c:formatCode>
                <c:ptCount val="47"/>
                <c:pt idx="0">
                  <c:v>0.74931718942991843</c:v>
                </c:pt>
                <c:pt idx="1">
                  <c:v>0.77504653549745139</c:v>
                </c:pt>
                <c:pt idx="2">
                  <c:v>0.7941304385644451</c:v>
                </c:pt>
                <c:pt idx="3">
                  <c:v>0.81015256684585013</c:v>
                </c:pt>
                <c:pt idx="4">
                  <c:v>0.8259659377555103</c:v>
                </c:pt>
                <c:pt idx="5">
                  <c:v>0.84249256301863162</c:v>
                </c:pt>
                <c:pt idx="6">
                  <c:v>0.85712297548840521</c:v>
                </c:pt>
                <c:pt idx="7">
                  <c:v>0.87530226327783867</c:v>
                </c:pt>
                <c:pt idx="8">
                  <c:v>0.88699267609554133</c:v>
                </c:pt>
                <c:pt idx="9">
                  <c:v>0.89266391802793865</c:v>
                </c:pt>
                <c:pt idx="10">
                  <c:v>0.90384983386392503</c:v>
                </c:pt>
                <c:pt idx="11">
                  <c:v>0.91126072056086149</c:v>
                </c:pt>
                <c:pt idx="12">
                  <c:v>0.91768000974201069</c:v>
                </c:pt>
                <c:pt idx="13">
                  <c:v>0.92030687333646466</c:v>
                </c:pt>
                <c:pt idx="14">
                  <c:v>0.92486474261955709</c:v>
                </c:pt>
                <c:pt idx="15">
                  <c:v>0.92860497886331617</c:v>
                </c:pt>
                <c:pt idx="16">
                  <c:v>0.93213645773533049</c:v>
                </c:pt>
                <c:pt idx="17">
                  <c:v>0.93502426804446537</c:v>
                </c:pt>
                <c:pt idx="18">
                  <c:v>0.93622462293199726</c:v>
                </c:pt>
                <c:pt idx="19">
                  <c:v>0.93845136823060726</c:v>
                </c:pt>
                <c:pt idx="20">
                  <c:v>0.94029539168101872</c:v>
                </c:pt>
                <c:pt idx="21">
                  <c:v>0.94205243289320317</c:v>
                </c:pt>
                <c:pt idx="22">
                  <c:v>0.94302663396134512</c:v>
                </c:pt>
                <c:pt idx="23">
                  <c:v>0.94417479950594085</c:v>
                </c:pt>
                <c:pt idx="24">
                  <c:v>0.94509681123114664</c:v>
                </c:pt>
                <c:pt idx="25">
                  <c:v>0.94584485847989841</c:v>
                </c:pt>
                <c:pt idx="26">
                  <c:v>0.94636675190926012</c:v>
                </c:pt>
                <c:pt idx="27">
                  <c:v>0.94671468086216792</c:v>
                </c:pt>
                <c:pt idx="28">
                  <c:v>0.94701042047213957</c:v>
                </c:pt>
                <c:pt idx="29">
                  <c:v>0.94748012455856512</c:v>
                </c:pt>
                <c:pt idx="30">
                  <c:v>0.94812379312144457</c:v>
                </c:pt>
                <c:pt idx="31">
                  <c:v>0.94789763930205451</c:v>
                </c:pt>
                <c:pt idx="32">
                  <c:v>0.94829775759789847</c:v>
                </c:pt>
                <c:pt idx="33">
                  <c:v>0.94918497642781341</c:v>
                </c:pt>
                <c:pt idx="34">
                  <c:v>0.94941113024720347</c:v>
                </c:pt>
                <c:pt idx="35">
                  <c:v>0.94939373379955816</c:v>
                </c:pt>
                <c:pt idx="36">
                  <c:v>0.94927195866604042</c:v>
                </c:pt>
                <c:pt idx="37">
                  <c:v>0.94953290538072121</c:v>
                </c:pt>
                <c:pt idx="38">
                  <c:v>0.94974166275246596</c:v>
                </c:pt>
                <c:pt idx="39">
                  <c:v>0.94956769827601206</c:v>
                </c:pt>
                <c:pt idx="40">
                  <c:v>0.94939373379955816</c:v>
                </c:pt>
                <c:pt idx="41">
                  <c:v>0.94955030182836664</c:v>
                </c:pt>
                <c:pt idx="42">
                  <c:v>0.94930675156133115</c:v>
                </c:pt>
                <c:pt idx="43">
                  <c:v>0.94958509472365737</c:v>
                </c:pt>
                <c:pt idx="44">
                  <c:v>0.9497764556477567</c:v>
                </c:pt>
                <c:pt idx="45">
                  <c:v>0.94956769827601206</c:v>
                </c:pt>
                <c:pt idx="46">
                  <c:v>0.94974166275246596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53C-4CAF-9A11-44A325E8F0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acuracia_I_inc</c:v>
                </c:pt>
              </c:strCache>
            </c:strRef>
          </c:tx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Sheet1!$C$2:$C$48</c:f>
              <c:numCache>
                <c:formatCode>General</c:formatCode>
                <c:ptCount val="47"/>
                <c:pt idx="0">
                  <c:v>0.74099999999999988</c:v>
                </c:pt>
                <c:pt idx="1">
                  <c:v>0.7406666666666667</c:v>
                </c:pt>
                <c:pt idx="2">
                  <c:v>0.76949999999999996</c:v>
                </c:pt>
                <c:pt idx="3">
                  <c:v>0.79239999999999999</c:v>
                </c:pt>
                <c:pt idx="4">
                  <c:v>0.81366666666666665</c:v>
                </c:pt>
                <c:pt idx="5">
                  <c:v>0.81714285714285706</c:v>
                </c:pt>
                <c:pt idx="6">
                  <c:v>0.83174999999999988</c:v>
                </c:pt>
                <c:pt idx="7">
                  <c:v>0.83688888888888879</c:v>
                </c:pt>
                <c:pt idx="8">
                  <c:v>0.84899999999999998</c:v>
                </c:pt>
                <c:pt idx="9">
                  <c:v>0.85963636363636353</c:v>
                </c:pt>
                <c:pt idx="10">
                  <c:v>0.86383333333333334</c:v>
                </c:pt>
                <c:pt idx="11">
                  <c:v>0.87107692307692319</c:v>
                </c:pt>
                <c:pt idx="12">
                  <c:v>0.875</c:v>
                </c:pt>
                <c:pt idx="13">
                  <c:v>0.87839999999999985</c:v>
                </c:pt>
                <c:pt idx="14">
                  <c:v>0.88074999999999992</c:v>
                </c:pt>
                <c:pt idx="15">
                  <c:v>0.88435294117647056</c:v>
                </c:pt>
                <c:pt idx="16">
                  <c:v>0.89100000000000001</c:v>
                </c:pt>
                <c:pt idx="17">
                  <c:v>0.8928421052631581</c:v>
                </c:pt>
                <c:pt idx="18">
                  <c:v>0.89580000000000004</c:v>
                </c:pt>
                <c:pt idx="19">
                  <c:v>0.89780952380952372</c:v>
                </c:pt>
                <c:pt idx="20">
                  <c:v>0.90045454545454517</c:v>
                </c:pt>
                <c:pt idx="21">
                  <c:v>0.9027826086956523</c:v>
                </c:pt>
                <c:pt idx="22">
                  <c:v>0.90341666666666653</c:v>
                </c:pt>
                <c:pt idx="23">
                  <c:v>0.90871999999999997</c:v>
                </c:pt>
                <c:pt idx="24">
                  <c:v>0.90692307692307694</c:v>
                </c:pt>
                <c:pt idx="25">
                  <c:v>0.90925925925925932</c:v>
                </c:pt>
                <c:pt idx="26">
                  <c:v>0.90942857142857148</c:v>
                </c:pt>
                <c:pt idx="27">
                  <c:v>0.90993103448275858</c:v>
                </c:pt>
                <c:pt idx="28">
                  <c:v>0.91199999999999992</c:v>
                </c:pt>
                <c:pt idx="29">
                  <c:v>0.91329032258064513</c:v>
                </c:pt>
                <c:pt idx="30">
                  <c:v>0.9140625</c:v>
                </c:pt>
                <c:pt idx="31">
                  <c:v>0.91351515151515161</c:v>
                </c:pt>
                <c:pt idx="32">
                  <c:v>0.91570588235294115</c:v>
                </c:pt>
                <c:pt idx="33">
                  <c:v>0.91845714285714286</c:v>
                </c:pt>
                <c:pt idx="34">
                  <c:v>0.91994444444444434</c:v>
                </c:pt>
                <c:pt idx="35">
                  <c:v>0.92129729729729737</c:v>
                </c:pt>
                <c:pt idx="36">
                  <c:v>0.92189473684210521</c:v>
                </c:pt>
                <c:pt idx="37">
                  <c:v>0.92446153846153845</c:v>
                </c:pt>
                <c:pt idx="38">
                  <c:v>0.92565000000000008</c:v>
                </c:pt>
                <c:pt idx="39">
                  <c:v>0.92458536585365869</c:v>
                </c:pt>
                <c:pt idx="40">
                  <c:v>0.92504761904761901</c:v>
                </c:pt>
                <c:pt idx="41">
                  <c:v>0.92818604651162795</c:v>
                </c:pt>
                <c:pt idx="42">
                  <c:v>0.9286363636363637</c:v>
                </c:pt>
                <c:pt idx="43">
                  <c:v>0.92928888888888894</c:v>
                </c:pt>
                <c:pt idx="44">
                  <c:v>0.93069565217391292</c:v>
                </c:pt>
                <c:pt idx="45">
                  <c:v>0.93055319148936166</c:v>
                </c:pt>
                <c:pt idx="46">
                  <c:v>0.93145833333333328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53C-4CAF-9A11-44A325E8F0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acuracia_E_ale</c:v>
                </c:pt>
              </c:strCache>
            </c:strRef>
          </c:tx>
          <c:spPr>
            <a:ln w="19050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Sheet1!$D$2:$D$48</c:f>
              <c:numCache>
                <c:formatCode>General</c:formatCode>
                <c:ptCount val="47"/>
                <c:pt idx="0">
                  <c:v>0.75460570951411721</c:v>
                </c:pt>
                <c:pt idx="1">
                  <c:v>0.79025103073952296</c:v>
                </c:pt>
                <c:pt idx="2">
                  <c:v>0.81472783257658787</c:v>
                </c:pt>
                <c:pt idx="3">
                  <c:v>0.82845362976880121</c:v>
                </c:pt>
                <c:pt idx="4">
                  <c:v>0.84275350973331242</c:v>
                </c:pt>
                <c:pt idx="5">
                  <c:v>0.85178226606127028</c:v>
                </c:pt>
                <c:pt idx="6">
                  <c:v>0.85922794565349758</c:v>
                </c:pt>
                <c:pt idx="7">
                  <c:v>0.86389019362246233</c:v>
                </c:pt>
                <c:pt idx="8">
                  <c:v>0.87093575491884556</c:v>
                </c:pt>
                <c:pt idx="9">
                  <c:v>0.87504131656315776</c:v>
                </c:pt>
                <c:pt idx="10">
                  <c:v>0.87923386044569696</c:v>
                </c:pt>
                <c:pt idx="11">
                  <c:v>0.88295670024181061</c:v>
                </c:pt>
                <c:pt idx="12">
                  <c:v>0.88647078266617951</c:v>
                </c:pt>
                <c:pt idx="13">
                  <c:v>0.88897587112711585</c:v>
                </c:pt>
                <c:pt idx="14">
                  <c:v>0.89153314893098834</c:v>
                </c:pt>
                <c:pt idx="15">
                  <c:v>0.89422959831602389</c:v>
                </c:pt>
                <c:pt idx="16">
                  <c:v>0.89549953899413737</c:v>
                </c:pt>
                <c:pt idx="17">
                  <c:v>0.8978306629786198</c:v>
                </c:pt>
                <c:pt idx="18">
                  <c:v>0.89896143207557022</c:v>
                </c:pt>
                <c:pt idx="19">
                  <c:v>0.90063149104952767</c:v>
                </c:pt>
                <c:pt idx="20">
                  <c:v>0.90176226014647809</c:v>
                </c:pt>
                <c:pt idx="21">
                  <c:v>0.9024581180522937</c:v>
                </c:pt>
                <c:pt idx="22">
                  <c:v>0.9037454551780526</c:v>
                </c:pt>
                <c:pt idx="23">
                  <c:v>0.90541551415201016</c:v>
                </c:pt>
                <c:pt idx="24">
                  <c:v>0.90614616495311662</c:v>
                </c:pt>
                <c:pt idx="25">
                  <c:v>0.90698119444009528</c:v>
                </c:pt>
                <c:pt idx="26">
                  <c:v>0.90790320616530107</c:v>
                </c:pt>
                <c:pt idx="27">
                  <c:v>0.90934711131986845</c:v>
                </c:pt>
                <c:pt idx="28">
                  <c:v>0.91070403423620894</c:v>
                </c:pt>
                <c:pt idx="29">
                  <c:v>0.91105196318911674</c:v>
                </c:pt>
                <c:pt idx="30">
                  <c:v>0.91197397491432253</c:v>
                </c:pt>
                <c:pt idx="31">
                  <c:v>0.9134004836212446</c:v>
                </c:pt>
                <c:pt idx="32">
                  <c:v>0.91416592731764179</c:v>
                </c:pt>
                <c:pt idx="33">
                  <c:v>0.91458344206113107</c:v>
                </c:pt>
                <c:pt idx="34">
                  <c:v>0.91501835325226588</c:v>
                </c:pt>
                <c:pt idx="35">
                  <c:v>0.91654924064506027</c:v>
                </c:pt>
                <c:pt idx="36">
                  <c:v>0.91667101577857801</c:v>
                </c:pt>
                <c:pt idx="37">
                  <c:v>0.91681018735974118</c:v>
                </c:pt>
                <c:pt idx="38">
                  <c:v>0.91649705130212411</c:v>
                </c:pt>
                <c:pt idx="39">
                  <c:v>0.91710592696971283</c:v>
                </c:pt>
                <c:pt idx="40">
                  <c:v>0.91794095645669149</c:v>
                </c:pt>
                <c:pt idx="41">
                  <c:v>0.91877598594367027</c:v>
                </c:pt>
                <c:pt idx="42">
                  <c:v>0.91879338239131569</c:v>
                </c:pt>
                <c:pt idx="43">
                  <c:v>0.9191413113442235</c:v>
                </c:pt>
                <c:pt idx="44">
                  <c:v>0.91969799766887605</c:v>
                </c:pt>
                <c:pt idx="45">
                  <c:v>0.9204286484699824</c:v>
                </c:pt>
                <c:pt idx="46">
                  <c:v>0.92079397387053563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53C-4CAF-9A11-44A325E8F0F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acuracia_I_ale</c:v>
                </c:pt>
              </c:strCache>
            </c:strRef>
          </c:tx>
          <c:spPr>
            <a:ln w="19050" cap="rnd">
              <a:solidFill>
                <a:schemeClr val="accent2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Sheet1!$E$2:$E$48</c:f>
              <c:numCache>
                <c:formatCode>General</c:formatCode>
                <c:ptCount val="47"/>
                <c:pt idx="0">
                  <c:v>0.74</c:v>
                </c:pt>
                <c:pt idx="1">
                  <c:v>0.77533333333333343</c:v>
                </c:pt>
                <c:pt idx="2">
                  <c:v>0.80549999999999999</c:v>
                </c:pt>
                <c:pt idx="3">
                  <c:v>0.81799999999999995</c:v>
                </c:pt>
                <c:pt idx="4">
                  <c:v>0.83133333333333326</c:v>
                </c:pt>
                <c:pt idx="5">
                  <c:v>0.84257142857142853</c:v>
                </c:pt>
                <c:pt idx="6">
                  <c:v>0.85</c:v>
                </c:pt>
                <c:pt idx="7">
                  <c:v>0.85488888888888892</c:v>
                </c:pt>
                <c:pt idx="8">
                  <c:v>0.86280000000000001</c:v>
                </c:pt>
                <c:pt idx="9">
                  <c:v>0.86945454545454537</c:v>
                </c:pt>
                <c:pt idx="10">
                  <c:v>0.873</c:v>
                </c:pt>
                <c:pt idx="11">
                  <c:v>0.88076923076923064</c:v>
                </c:pt>
                <c:pt idx="12">
                  <c:v>0.88528571428571434</c:v>
                </c:pt>
                <c:pt idx="13">
                  <c:v>0.8918666666666667</c:v>
                </c:pt>
                <c:pt idx="14">
                  <c:v>0.89587499999999998</c:v>
                </c:pt>
                <c:pt idx="15">
                  <c:v>0.89823529411764691</c:v>
                </c:pt>
                <c:pt idx="16">
                  <c:v>0.9</c:v>
                </c:pt>
                <c:pt idx="17">
                  <c:v>0.90157894736842104</c:v>
                </c:pt>
                <c:pt idx="18">
                  <c:v>0.9042</c:v>
                </c:pt>
                <c:pt idx="19">
                  <c:v>0.90685714285714281</c:v>
                </c:pt>
                <c:pt idx="20">
                  <c:v>0.90881818181818175</c:v>
                </c:pt>
                <c:pt idx="21">
                  <c:v>0.91121739130434798</c:v>
                </c:pt>
                <c:pt idx="22">
                  <c:v>0.91125000000000012</c:v>
                </c:pt>
                <c:pt idx="23">
                  <c:v>0.91432000000000002</c:v>
                </c:pt>
                <c:pt idx="24">
                  <c:v>0.91338461538461535</c:v>
                </c:pt>
                <c:pt idx="25">
                  <c:v>0.91459259259259262</c:v>
                </c:pt>
                <c:pt idx="26">
                  <c:v>0.9176428571428572</c:v>
                </c:pt>
                <c:pt idx="27">
                  <c:v>0.91820689655172427</c:v>
                </c:pt>
                <c:pt idx="28">
                  <c:v>0.92199999999999993</c:v>
                </c:pt>
                <c:pt idx="29">
                  <c:v>0.92277419354838719</c:v>
                </c:pt>
                <c:pt idx="30">
                  <c:v>0.92412500000000009</c:v>
                </c:pt>
                <c:pt idx="31">
                  <c:v>0.92642424242424237</c:v>
                </c:pt>
                <c:pt idx="32">
                  <c:v>0.92688235294117638</c:v>
                </c:pt>
                <c:pt idx="33">
                  <c:v>0.92674285714285709</c:v>
                </c:pt>
                <c:pt idx="34">
                  <c:v>0.92627777777777776</c:v>
                </c:pt>
                <c:pt idx="35">
                  <c:v>0.92632432432432421</c:v>
                </c:pt>
                <c:pt idx="36">
                  <c:v>0.92736842105263162</c:v>
                </c:pt>
                <c:pt idx="37">
                  <c:v>0.92866666666666653</c:v>
                </c:pt>
                <c:pt idx="38">
                  <c:v>0.92945000000000011</c:v>
                </c:pt>
                <c:pt idx="39">
                  <c:v>0.92931707317073164</c:v>
                </c:pt>
                <c:pt idx="40">
                  <c:v>0.93033333333333346</c:v>
                </c:pt>
                <c:pt idx="41">
                  <c:v>0.93013953488372092</c:v>
                </c:pt>
                <c:pt idx="42">
                  <c:v>0.93254545454545457</c:v>
                </c:pt>
                <c:pt idx="43">
                  <c:v>0.93257777777777784</c:v>
                </c:pt>
                <c:pt idx="44">
                  <c:v>0.93300000000000005</c:v>
                </c:pt>
                <c:pt idx="45">
                  <c:v>0.93378723404255326</c:v>
                </c:pt>
                <c:pt idx="46">
                  <c:v>0.93429166666666674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53C-4CAF-9A11-44A325E8F0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3977407"/>
        <c:axId val="443975327"/>
      </c:scatterChart>
      <c:valAx>
        <c:axId val="4439774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Iteração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43975327"/>
        <c:crosses val="autoZero"/>
        <c:crossBetween val="midCat"/>
      </c:valAx>
      <c:valAx>
        <c:axId val="443975327"/>
        <c:scaling>
          <c:orientation val="minMax"/>
          <c:min val="0.7000000000000000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Acurácia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4397740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800"/>
              <a:t>Evolução</a:t>
            </a:r>
            <a:r>
              <a:rPr lang="pt-BR" sz="1800" baseline="0"/>
              <a:t> das Acurácias Externa e Interna para os Modelos Incerteza e Aleatório</a:t>
            </a:r>
            <a:endParaRPr lang="pt-BR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acuracia_E_inc</c:v>
                </c:pt>
              </c:strCache>
            </c:strRef>
          </c:tx>
          <c:spPr>
            <a:ln w="190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Sheet1!$B$2:$B$48</c:f>
              <c:numCache>
                <c:formatCode>General</c:formatCode>
                <c:ptCount val="47"/>
                <c:pt idx="0">
                  <c:v>0.74931718942991843</c:v>
                </c:pt>
                <c:pt idx="1">
                  <c:v>0.77504653549745139</c:v>
                </c:pt>
                <c:pt idx="2">
                  <c:v>0.7941304385644451</c:v>
                </c:pt>
                <c:pt idx="3">
                  <c:v>0.81015256684585013</c:v>
                </c:pt>
                <c:pt idx="4">
                  <c:v>0.8259659377555103</c:v>
                </c:pt>
                <c:pt idx="5">
                  <c:v>0.84249256301863162</c:v>
                </c:pt>
                <c:pt idx="6">
                  <c:v>0.85712297548840521</c:v>
                </c:pt>
                <c:pt idx="7">
                  <c:v>0.87530226327783867</c:v>
                </c:pt>
                <c:pt idx="8">
                  <c:v>0.88699267609554133</c:v>
                </c:pt>
                <c:pt idx="9">
                  <c:v>0.89266391802793865</c:v>
                </c:pt>
                <c:pt idx="10">
                  <c:v>0.90384983386392503</c:v>
                </c:pt>
                <c:pt idx="11">
                  <c:v>0.91126072056086149</c:v>
                </c:pt>
                <c:pt idx="12">
                  <c:v>0.91768000974201069</c:v>
                </c:pt>
                <c:pt idx="13">
                  <c:v>0.92030687333646466</c:v>
                </c:pt>
                <c:pt idx="14">
                  <c:v>0.92486474261955709</c:v>
                </c:pt>
                <c:pt idx="15">
                  <c:v>0.92860497886331617</c:v>
                </c:pt>
                <c:pt idx="16">
                  <c:v>0.93213645773533049</c:v>
                </c:pt>
                <c:pt idx="17">
                  <c:v>0.93502426804446537</c:v>
                </c:pt>
                <c:pt idx="18">
                  <c:v>0.93622462293199726</c:v>
                </c:pt>
                <c:pt idx="19">
                  <c:v>0.93845136823060726</c:v>
                </c:pt>
                <c:pt idx="20">
                  <c:v>0.94029539168101872</c:v>
                </c:pt>
                <c:pt idx="21">
                  <c:v>0.94205243289320317</c:v>
                </c:pt>
                <c:pt idx="22">
                  <c:v>0.94302663396134512</c:v>
                </c:pt>
                <c:pt idx="23">
                  <c:v>0.94417479950594085</c:v>
                </c:pt>
                <c:pt idx="24">
                  <c:v>0.94509681123114664</c:v>
                </c:pt>
                <c:pt idx="25">
                  <c:v>0.94584485847989841</c:v>
                </c:pt>
                <c:pt idx="26">
                  <c:v>0.94636675190926012</c:v>
                </c:pt>
                <c:pt idx="27">
                  <c:v>0.94671468086216792</c:v>
                </c:pt>
                <c:pt idx="28">
                  <c:v>0.94701042047213957</c:v>
                </c:pt>
                <c:pt idx="29">
                  <c:v>0.94748012455856512</c:v>
                </c:pt>
                <c:pt idx="30">
                  <c:v>0.94812379312144457</c:v>
                </c:pt>
                <c:pt idx="31">
                  <c:v>0.94789763930205451</c:v>
                </c:pt>
                <c:pt idx="32">
                  <c:v>0.94829775759789847</c:v>
                </c:pt>
                <c:pt idx="33">
                  <c:v>0.94918497642781341</c:v>
                </c:pt>
                <c:pt idx="34">
                  <c:v>0.94941113024720347</c:v>
                </c:pt>
                <c:pt idx="35">
                  <c:v>0.94939373379955816</c:v>
                </c:pt>
                <c:pt idx="36">
                  <c:v>0.94927195866604042</c:v>
                </c:pt>
                <c:pt idx="37">
                  <c:v>0.94953290538072121</c:v>
                </c:pt>
                <c:pt idx="38">
                  <c:v>0.94974166275246596</c:v>
                </c:pt>
                <c:pt idx="39">
                  <c:v>0.94956769827601206</c:v>
                </c:pt>
                <c:pt idx="40">
                  <c:v>0.94939373379955816</c:v>
                </c:pt>
                <c:pt idx="41">
                  <c:v>0.94955030182836664</c:v>
                </c:pt>
                <c:pt idx="42">
                  <c:v>0.94930675156133115</c:v>
                </c:pt>
                <c:pt idx="43">
                  <c:v>0.94958509472365737</c:v>
                </c:pt>
                <c:pt idx="44">
                  <c:v>0.9497764556477567</c:v>
                </c:pt>
                <c:pt idx="45">
                  <c:v>0.94956769827601206</c:v>
                </c:pt>
                <c:pt idx="46">
                  <c:v>0.94974166275246596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53C-4CAF-9A11-44A325E8F0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acuracia_I_inc</c:v>
                </c:pt>
              </c:strCache>
            </c:strRef>
          </c:tx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Sheet1!$C$2:$C$48</c:f>
              <c:numCache>
                <c:formatCode>General</c:formatCode>
                <c:ptCount val="47"/>
                <c:pt idx="0">
                  <c:v>0.74099999999999988</c:v>
                </c:pt>
                <c:pt idx="1">
                  <c:v>0.7406666666666667</c:v>
                </c:pt>
                <c:pt idx="2">
                  <c:v>0.76949999999999996</c:v>
                </c:pt>
                <c:pt idx="3">
                  <c:v>0.79239999999999999</c:v>
                </c:pt>
                <c:pt idx="4">
                  <c:v>0.81366666666666665</c:v>
                </c:pt>
                <c:pt idx="5">
                  <c:v>0.81714285714285706</c:v>
                </c:pt>
                <c:pt idx="6">
                  <c:v>0.83174999999999988</c:v>
                </c:pt>
                <c:pt idx="7">
                  <c:v>0.83688888888888879</c:v>
                </c:pt>
                <c:pt idx="8">
                  <c:v>0.84899999999999998</c:v>
                </c:pt>
                <c:pt idx="9">
                  <c:v>0.85963636363636353</c:v>
                </c:pt>
                <c:pt idx="10">
                  <c:v>0.86383333333333334</c:v>
                </c:pt>
                <c:pt idx="11">
                  <c:v>0.87107692307692319</c:v>
                </c:pt>
                <c:pt idx="12">
                  <c:v>0.875</c:v>
                </c:pt>
                <c:pt idx="13">
                  <c:v>0.87839999999999985</c:v>
                </c:pt>
                <c:pt idx="14">
                  <c:v>0.88074999999999992</c:v>
                </c:pt>
                <c:pt idx="15">
                  <c:v>0.88435294117647056</c:v>
                </c:pt>
                <c:pt idx="16">
                  <c:v>0.89100000000000001</c:v>
                </c:pt>
                <c:pt idx="17">
                  <c:v>0.8928421052631581</c:v>
                </c:pt>
                <c:pt idx="18">
                  <c:v>0.89580000000000004</c:v>
                </c:pt>
                <c:pt idx="19">
                  <c:v>0.89780952380952372</c:v>
                </c:pt>
                <c:pt idx="20">
                  <c:v>0.90045454545454517</c:v>
                </c:pt>
                <c:pt idx="21">
                  <c:v>0.9027826086956523</c:v>
                </c:pt>
                <c:pt idx="22">
                  <c:v>0.90341666666666653</c:v>
                </c:pt>
                <c:pt idx="23">
                  <c:v>0.90871999999999997</c:v>
                </c:pt>
                <c:pt idx="24">
                  <c:v>0.90692307692307694</c:v>
                </c:pt>
                <c:pt idx="25">
                  <c:v>0.90925925925925932</c:v>
                </c:pt>
                <c:pt idx="26">
                  <c:v>0.90942857142857148</c:v>
                </c:pt>
                <c:pt idx="27">
                  <c:v>0.90993103448275858</c:v>
                </c:pt>
                <c:pt idx="28">
                  <c:v>0.91199999999999992</c:v>
                </c:pt>
                <c:pt idx="29">
                  <c:v>0.91329032258064513</c:v>
                </c:pt>
                <c:pt idx="30">
                  <c:v>0.9140625</c:v>
                </c:pt>
                <c:pt idx="31">
                  <c:v>0.91351515151515161</c:v>
                </c:pt>
                <c:pt idx="32">
                  <c:v>0.91570588235294115</c:v>
                </c:pt>
                <c:pt idx="33">
                  <c:v>0.91845714285714286</c:v>
                </c:pt>
                <c:pt idx="34">
                  <c:v>0.91994444444444434</c:v>
                </c:pt>
                <c:pt idx="35">
                  <c:v>0.92129729729729737</c:v>
                </c:pt>
                <c:pt idx="36">
                  <c:v>0.92189473684210521</c:v>
                </c:pt>
                <c:pt idx="37">
                  <c:v>0.92446153846153845</c:v>
                </c:pt>
                <c:pt idx="38">
                  <c:v>0.92565000000000008</c:v>
                </c:pt>
                <c:pt idx="39">
                  <c:v>0.92458536585365869</c:v>
                </c:pt>
                <c:pt idx="40">
                  <c:v>0.92504761904761901</c:v>
                </c:pt>
                <c:pt idx="41">
                  <c:v>0.92818604651162795</c:v>
                </c:pt>
                <c:pt idx="42">
                  <c:v>0.9286363636363637</c:v>
                </c:pt>
                <c:pt idx="43">
                  <c:v>0.92928888888888894</c:v>
                </c:pt>
                <c:pt idx="44">
                  <c:v>0.93069565217391292</c:v>
                </c:pt>
                <c:pt idx="45">
                  <c:v>0.93055319148936166</c:v>
                </c:pt>
                <c:pt idx="46">
                  <c:v>0.93145833333333328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53C-4CAF-9A11-44A325E8F0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acuracia_E_ale</c:v>
                </c:pt>
              </c:strCache>
            </c:strRef>
          </c:tx>
          <c:spPr>
            <a:ln w="19050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Sheet1!$D$2:$D$48</c:f>
              <c:numCache>
                <c:formatCode>General</c:formatCode>
                <c:ptCount val="47"/>
                <c:pt idx="0">
                  <c:v>0.75460570951411721</c:v>
                </c:pt>
                <c:pt idx="1">
                  <c:v>0.79025103073952296</c:v>
                </c:pt>
                <c:pt idx="2">
                  <c:v>0.81472783257658787</c:v>
                </c:pt>
                <c:pt idx="3">
                  <c:v>0.82845362976880121</c:v>
                </c:pt>
                <c:pt idx="4">
                  <c:v>0.84275350973331242</c:v>
                </c:pt>
                <c:pt idx="5">
                  <c:v>0.85178226606127028</c:v>
                </c:pt>
                <c:pt idx="6">
                  <c:v>0.85922794565349758</c:v>
                </c:pt>
                <c:pt idx="7">
                  <c:v>0.86389019362246233</c:v>
                </c:pt>
                <c:pt idx="8">
                  <c:v>0.87093575491884556</c:v>
                </c:pt>
                <c:pt idx="9">
                  <c:v>0.87504131656315776</c:v>
                </c:pt>
                <c:pt idx="10">
                  <c:v>0.87923386044569696</c:v>
                </c:pt>
                <c:pt idx="11">
                  <c:v>0.88295670024181061</c:v>
                </c:pt>
                <c:pt idx="12">
                  <c:v>0.88647078266617951</c:v>
                </c:pt>
                <c:pt idx="13">
                  <c:v>0.88897587112711585</c:v>
                </c:pt>
                <c:pt idx="14">
                  <c:v>0.89153314893098834</c:v>
                </c:pt>
                <c:pt idx="15">
                  <c:v>0.89422959831602389</c:v>
                </c:pt>
                <c:pt idx="16">
                  <c:v>0.89549953899413737</c:v>
                </c:pt>
                <c:pt idx="17">
                  <c:v>0.8978306629786198</c:v>
                </c:pt>
                <c:pt idx="18">
                  <c:v>0.89896143207557022</c:v>
                </c:pt>
                <c:pt idx="19">
                  <c:v>0.90063149104952767</c:v>
                </c:pt>
                <c:pt idx="20">
                  <c:v>0.90176226014647809</c:v>
                </c:pt>
                <c:pt idx="21">
                  <c:v>0.9024581180522937</c:v>
                </c:pt>
                <c:pt idx="22">
                  <c:v>0.9037454551780526</c:v>
                </c:pt>
                <c:pt idx="23">
                  <c:v>0.90541551415201016</c:v>
                </c:pt>
                <c:pt idx="24">
                  <c:v>0.90614616495311662</c:v>
                </c:pt>
                <c:pt idx="25">
                  <c:v>0.90698119444009528</c:v>
                </c:pt>
                <c:pt idx="26">
                  <c:v>0.90790320616530107</c:v>
                </c:pt>
                <c:pt idx="27">
                  <c:v>0.90934711131986845</c:v>
                </c:pt>
                <c:pt idx="28">
                  <c:v>0.91070403423620894</c:v>
                </c:pt>
                <c:pt idx="29">
                  <c:v>0.91105196318911674</c:v>
                </c:pt>
                <c:pt idx="30">
                  <c:v>0.91197397491432253</c:v>
                </c:pt>
                <c:pt idx="31">
                  <c:v>0.9134004836212446</c:v>
                </c:pt>
                <c:pt idx="32">
                  <c:v>0.91416592731764179</c:v>
                </c:pt>
                <c:pt idx="33">
                  <c:v>0.91458344206113107</c:v>
                </c:pt>
                <c:pt idx="34">
                  <c:v>0.91501835325226588</c:v>
                </c:pt>
                <c:pt idx="35">
                  <c:v>0.91654924064506027</c:v>
                </c:pt>
                <c:pt idx="36">
                  <c:v>0.91667101577857801</c:v>
                </c:pt>
                <c:pt idx="37">
                  <c:v>0.91681018735974118</c:v>
                </c:pt>
                <c:pt idx="38">
                  <c:v>0.91649705130212411</c:v>
                </c:pt>
                <c:pt idx="39">
                  <c:v>0.91710592696971283</c:v>
                </c:pt>
                <c:pt idx="40">
                  <c:v>0.91794095645669149</c:v>
                </c:pt>
                <c:pt idx="41">
                  <c:v>0.91877598594367027</c:v>
                </c:pt>
                <c:pt idx="42">
                  <c:v>0.91879338239131569</c:v>
                </c:pt>
                <c:pt idx="43">
                  <c:v>0.9191413113442235</c:v>
                </c:pt>
                <c:pt idx="44">
                  <c:v>0.91969799766887605</c:v>
                </c:pt>
                <c:pt idx="45">
                  <c:v>0.9204286484699824</c:v>
                </c:pt>
                <c:pt idx="46">
                  <c:v>0.92079397387053563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53C-4CAF-9A11-44A325E8F0F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acuracia_I_ale</c:v>
                </c:pt>
              </c:strCache>
            </c:strRef>
          </c:tx>
          <c:spPr>
            <a:ln w="19050" cap="rnd">
              <a:solidFill>
                <a:schemeClr val="accent2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Sheet1!$E$2:$E$48</c:f>
              <c:numCache>
                <c:formatCode>General</c:formatCode>
                <c:ptCount val="47"/>
                <c:pt idx="0">
                  <c:v>0.74</c:v>
                </c:pt>
                <c:pt idx="1">
                  <c:v>0.77533333333333343</c:v>
                </c:pt>
                <c:pt idx="2">
                  <c:v>0.80549999999999999</c:v>
                </c:pt>
                <c:pt idx="3">
                  <c:v>0.81799999999999995</c:v>
                </c:pt>
                <c:pt idx="4">
                  <c:v>0.83133333333333326</c:v>
                </c:pt>
                <c:pt idx="5">
                  <c:v>0.84257142857142853</c:v>
                </c:pt>
                <c:pt idx="6">
                  <c:v>0.85</c:v>
                </c:pt>
                <c:pt idx="7">
                  <c:v>0.85488888888888892</c:v>
                </c:pt>
                <c:pt idx="8">
                  <c:v>0.86280000000000001</c:v>
                </c:pt>
                <c:pt idx="9">
                  <c:v>0.86945454545454537</c:v>
                </c:pt>
                <c:pt idx="10">
                  <c:v>0.873</c:v>
                </c:pt>
                <c:pt idx="11">
                  <c:v>0.88076923076923064</c:v>
                </c:pt>
                <c:pt idx="12">
                  <c:v>0.88528571428571434</c:v>
                </c:pt>
                <c:pt idx="13">
                  <c:v>0.8918666666666667</c:v>
                </c:pt>
                <c:pt idx="14">
                  <c:v>0.89587499999999998</c:v>
                </c:pt>
                <c:pt idx="15">
                  <c:v>0.89823529411764691</c:v>
                </c:pt>
                <c:pt idx="16">
                  <c:v>0.9</c:v>
                </c:pt>
                <c:pt idx="17">
                  <c:v>0.90157894736842104</c:v>
                </c:pt>
                <c:pt idx="18">
                  <c:v>0.9042</c:v>
                </c:pt>
                <c:pt idx="19">
                  <c:v>0.90685714285714281</c:v>
                </c:pt>
                <c:pt idx="20">
                  <c:v>0.90881818181818175</c:v>
                </c:pt>
                <c:pt idx="21">
                  <c:v>0.91121739130434798</c:v>
                </c:pt>
                <c:pt idx="22">
                  <c:v>0.91125000000000012</c:v>
                </c:pt>
                <c:pt idx="23">
                  <c:v>0.91432000000000002</c:v>
                </c:pt>
                <c:pt idx="24">
                  <c:v>0.91338461538461535</c:v>
                </c:pt>
                <c:pt idx="25">
                  <c:v>0.91459259259259262</c:v>
                </c:pt>
                <c:pt idx="26">
                  <c:v>0.9176428571428572</c:v>
                </c:pt>
                <c:pt idx="27">
                  <c:v>0.91820689655172427</c:v>
                </c:pt>
                <c:pt idx="28">
                  <c:v>0.92199999999999993</c:v>
                </c:pt>
                <c:pt idx="29">
                  <c:v>0.92277419354838719</c:v>
                </c:pt>
                <c:pt idx="30">
                  <c:v>0.92412500000000009</c:v>
                </c:pt>
                <c:pt idx="31">
                  <c:v>0.92642424242424237</c:v>
                </c:pt>
                <c:pt idx="32">
                  <c:v>0.92688235294117638</c:v>
                </c:pt>
                <c:pt idx="33">
                  <c:v>0.92674285714285709</c:v>
                </c:pt>
                <c:pt idx="34">
                  <c:v>0.92627777777777776</c:v>
                </c:pt>
                <c:pt idx="35">
                  <c:v>0.92632432432432421</c:v>
                </c:pt>
                <c:pt idx="36">
                  <c:v>0.92736842105263162</c:v>
                </c:pt>
                <c:pt idx="37">
                  <c:v>0.92866666666666653</c:v>
                </c:pt>
                <c:pt idx="38">
                  <c:v>0.92945000000000011</c:v>
                </c:pt>
                <c:pt idx="39">
                  <c:v>0.92931707317073164</c:v>
                </c:pt>
                <c:pt idx="40">
                  <c:v>0.93033333333333346</c:v>
                </c:pt>
                <c:pt idx="41">
                  <c:v>0.93013953488372092</c:v>
                </c:pt>
                <c:pt idx="42">
                  <c:v>0.93254545454545457</c:v>
                </c:pt>
                <c:pt idx="43">
                  <c:v>0.93257777777777784</c:v>
                </c:pt>
                <c:pt idx="44">
                  <c:v>0.93300000000000005</c:v>
                </c:pt>
                <c:pt idx="45">
                  <c:v>0.93378723404255326</c:v>
                </c:pt>
                <c:pt idx="46">
                  <c:v>0.93429166666666674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53C-4CAF-9A11-44A325E8F0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3977407"/>
        <c:axId val="443975327"/>
      </c:scatterChart>
      <c:valAx>
        <c:axId val="4439774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Iteração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43975327"/>
        <c:crosses val="autoZero"/>
        <c:crossBetween val="midCat"/>
      </c:valAx>
      <c:valAx>
        <c:axId val="443975327"/>
        <c:scaling>
          <c:orientation val="minMax"/>
          <c:min val="0.7000000000000000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Acurácia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4397740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800"/>
              <a:t>Evolução</a:t>
            </a:r>
            <a:r>
              <a:rPr lang="pt-BR" sz="1800" baseline="0"/>
              <a:t> das Acurácias Externa e Interna para os Modelos Incerteza e Aleatório</a:t>
            </a:r>
            <a:endParaRPr lang="pt-BR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acuracia_E_inc</c:v>
                </c:pt>
              </c:strCache>
            </c:strRef>
          </c:tx>
          <c:spPr>
            <a:ln w="190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Sheet1!$B$2:$B$48</c:f>
              <c:numCache>
                <c:formatCode>General</c:formatCode>
                <c:ptCount val="47"/>
                <c:pt idx="0">
                  <c:v>0.74931718942991843</c:v>
                </c:pt>
                <c:pt idx="1">
                  <c:v>0.77504653549745139</c:v>
                </c:pt>
                <c:pt idx="2">
                  <c:v>0.7941304385644451</c:v>
                </c:pt>
                <c:pt idx="3">
                  <c:v>0.81015256684585013</c:v>
                </c:pt>
                <c:pt idx="4">
                  <c:v>0.8259659377555103</c:v>
                </c:pt>
                <c:pt idx="5">
                  <c:v>0.84249256301863162</c:v>
                </c:pt>
                <c:pt idx="6">
                  <c:v>0.85712297548840521</c:v>
                </c:pt>
                <c:pt idx="7">
                  <c:v>0.87530226327783867</c:v>
                </c:pt>
                <c:pt idx="8">
                  <c:v>0.88699267609554133</c:v>
                </c:pt>
                <c:pt idx="9">
                  <c:v>0.89266391802793865</c:v>
                </c:pt>
                <c:pt idx="10">
                  <c:v>0.90384983386392503</c:v>
                </c:pt>
                <c:pt idx="11">
                  <c:v>0.91126072056086149</c:v>
                </c:pt>
                <c:pt idx="12">
                  <c:v>0.91768000974201069</c:v>
                </c:pt>
                <c:pt idx="13">
                  <c:v>0.92030687333646466</c:v>
                </c:pt>
                <c:pt idx="14">
                  <c:v>0.92486474261955709</c:v>
                </c:pt>
                <c:pt idx="15">
                  <c:v>0.92860497886331617</c:v>
                </c:pt>
                <c:pt idx="16">
                  <c:v>0.93213645773533049</c:v>
                </c:pt>
                <c:pt idx="17">
                  <c:v>0.93502426804446537</c:v>
                </c:pt>
                <c:pt idx="18">
                  <c:v>0.93622462293199726</c:v>
                </c:pt>
                <c:pt idx="19">
                  <c:v>0.93845136823060726</c:v>
                </c:pt>
                <c:pt idx="20">
                  <c:v>0.94029539168101872</c:v>
                </c:pt>
                <c:pt idx="21">
                  <c:v>0.94205243289320317</c:v>
                </c:pt>
                <c:pt idx="22">
                  <c:v>0.94302663396134512</c:v>
                </c:pt>
                <c:pt idx="23">
                  <c:v>0.94417479950594085</c:v>
                </c:pt>
                <c:pt idx="24">
                  <c:v>0.94509681123114664</c:v>
                </c:pt>
                <c:pt idx="25">
                  <c:v>0.94584485847989841</c:v>
                </c:pt>
                <c:pt idx="26">
                  <c:v>0.94636675190926012</c:v>
                </c:pt>
                <c:pt idx="27">
                  <c:v>0.94671468086216792</c:v>
                </c:pt>
                <c:pt idx="28">
                  <c:v>0.94701042047213957</c:v>
                </c:pt>
                <c:pt idx="29">
                  <c:v>0.94748012455856512</c:v>
                </c:pt>
                <c:pt idx="30">
                  <c:v>0.94812379312144457</c:v>
                </c:pt>
                <c:pt idx="31">
                  <c:v>0.94789763930205451</c:v>
                </c:pt>
                <c:pt idx="32">
                  <c:v>0.94829775759789847</c:v>
                </c:pt>
                <c:pt idx="33">
                  <c:v>0.94918497642781341</c:v>
                </c:pt>
                <c:pt idx="34">
                  <c:v>0.94941113024720347</c:v>
                </c:pt>
                <c:pt idx="35">
                  <c:v>0.94939373379955816</c:v>
                </c:pt>
                <c:pt idx="36">
                  <c:v>0.94927195866604042</c:v>
                </c:pt>
                <c:pt idx="37">
                  <c:v>0.94953290538072121</c:v>
                </c:pt>
                <c:pt idx="38">
                  <c:v>0.94974166275246596</c:v>
                </c:pt>
                <c:pt idx="39">
                  <c:v>0.94956769827601206</c:v>
                </c:pt>
                <c:pt idx="40">
                  <c:v>0.94939373379955816</c:v>
                </c:pt>
                <c:pt idx="41">
                  <c:v>0.94955030182836664</c:v>
                </c:pt>
                <c:pt idx="42">
                  <c:v>0.94930675156133115</c:v>
                </c:pt>
                <c:pt idx="43">
                  <c:v>0.94958509472365737</c:v>
                </c:pt>
                <c:pt idx="44">
                  <c:v>0.9497764556477567</c:v>
                </c:pt>
                <c:pt idx="45">
                  <c:v>0.94956769827601206</c:v>
                </c:pt>
                <c:pt idx="46">
                  <c:v>0.94974166275246596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53C-4CAF-9A11-44A325E8F0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acuracia_I_inc</c:v>
                </c:pt>
              </c:strCache>
            </c:strRef>
          </c:tx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Sheet1!$C$2:$C$48</c:f>
              <c:numCache>
                <c:formatCode>General</c:formatCode>
                <c:ptCount val="47"/>
                <c:pt idx="0">
                  <c:v>0.74099999999999988</c:v>
                </c:pt>
                <c:pt idx="1">
                  <c:v>0.7406666666666667</c:v>
                </c:pt>
                <c:pt idx="2">
                  <c:v>0.76949999999999996</c:v>
                </c:pt>
                <c:pt idx="3">
                  <c:v>0.79239999999999999</c:v>
                </c:pt>
                <c:pt idx="4">
                  <c:v>0.81366666666666665</c:v>
                </c:pt>
                <c:pt idx="5">
                  <c:v>0.81714285714285706</c:v>
                </c:pt>
                <c:pt idx="6">
                  <c:v>0.83174999999999988</c:v>
                </c:pt>
                <c:pt idx="7">
                  <c:v>0.83688888888888879</c:v>
                </c:pt>
                <c:pt idx="8">
                  <c:v>0.84899999999999998</c:v>
                </c:pt>
                <c:pt idx="9">
                  <c:v>0.85963636363636353</c:v>
                </c:pt>
                <c:pt idx="10">
                  <c:v>0.86383333333333334</c:v>
                </c:pt>
                <c:pt idx="11">
                  <c:v>0.87107692307692319</c:v>
                </c:pt>
                <c:pt idx="12">
                  <c:v>0.875</c:v>
                </c:pt>
                <c:pt idx="13">
                  <c:v>0.87839999999999985</c:v>
                </c:pt>
                <c:pt idx="14">
                  <c:v>0.88074999999999992</c:v>
                </c:pt>
                <c:pt idx="15">
                  <c:v>0.88435294117647056</c:v>
                </c:pt>
                <c:pt idx="16">
                  <c:v>0.89100000000000001</c:v>
                </c:pt>
                <c:pt idx="17">
                  <c:v>0.8928421052631581</c:v>
                </c:pt>
                <c:pt idx="18">
                  <c:v>0.89580000000000004</c:v>
                </c:pt>
                <c:pt idx="19">
                  <c:v>0.89780952380952372</c:v>
                </c:pt>
                <c:pt idx="20">
                  <c:v>0.90045454545454517</c:v>
                </c:pt>
                <c:pt idx="21">
                  <c:v>0.9027826086956523</c:v>
                </c:pt>
                <c:pt idx="22">
                  <c:v>0.90341666666666653</c:v>
                </c:pt>
                <c:pt idx="23">
                  <c:v>0.90871999999999997</c:v>
                </c:pt>
                <c:pt idx="24">
                  <c:v>0.90692307692307694</c:v>
                </c:pt>
                <c:pt idx="25">
                  <c:v>0.90925925925925932</c:v>
                </c:pt>
                <c:pt idx="26">
                  <c:v>0.90942857142857148</c:v>
                </c:pt>
                <c:pt idx="27">
                  <c:v>0.90993103448275858</c:v>
                </c:pt>
                <c:pt idx="28">
                  <c:v>0.91199999999999992</c:v>
                </c:pt>
                <c:pt idx="29">
                  <c:v>0.91329032258064513</c:v>
                </c:pt>
                <c:pt idx="30">
                  <c:v>0.9140625</c:v>
                </c:pt>
                <c:pt idx="31">
                  <c:v>0.91351515151515161</c:v>
                </c:pt>
                <c:pt idx="32">
                  <c:v>0.91570588235294115</c:v>
                </c:pt>
                <c:pt idx="33">
                  <c:v>0.91845714285714286</c:v>
                </c:pt>
                <c:pt idx="34">
                  <c:v>0.91994444444444434</c:v>
                </c:pt>
                <c:pt idx="35">
                  <c:v>0.92129729729729737</c:v>
                </c:pt>
                <c:pt idx="36">
                  <c:v>0.92189473684210521</c:v>
                </c:pt>
                <c:pt idx="37">
                  <c:v>0.92446153846153845</c:v>
                </c:pt>
                <c:pt idx="38">
                  <c:v>0.92565000000000008</c:v>
                </c:pt>
                <c:pt idx="39">
                  <c:v>0.92458536585365869</c:v>
                </c:pt>
                <c:pt idx="40">
                  <c:v>0.92504761904761901</c:v>
                </c:pt>
                <c:pt idx="41">
                  <c:v>0.92818604651162795</c:v>
                </c:pt>
                <c:pt idx="42">
                  <c:v>0.9286363636363637</c:v>
                </c:pt>
                <c:pt idx="43">
                  <c:v>0.92928888888888894</c:v>
                </c:pt>
                <c:pt idx="44">
                  <c:v>0.93069565217391292</c:v>
                </c:pt>
                <c:pt idx="45">
                  <c:v>0.93055319148936166</c:v>
                </c:pt>
                <c:pt idx="46">
                  <c:v>0.93145833333333328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53C-4CAF-9A11-44A325E8F0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acuracia_E_ale</c:v>
                </c:pt>
              </c:strCache>
            </c:strRef>
          </c:tx>
          <c:spPr>
            <a:ln w="19050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Sheet1!$D$2:$D$48</c:f>
              <c:numCache>
                <c:formatCode>General</c:formatCode>
                <c:ptCount val="47"/>
                <c:pt idx="0">
                  <c:v>0.75460570951411721</c:v>
                </c:pt>
                <c:pt idx="1">
                  <c:v>0.79025103073952296</c:v>
                </c:pt>
                <c:pt idx="2">
                  <c:v>0.81472783257658787</c:v>
                </c:pt>
                <c:pt idx="3">
                  <c:v>0.82845362976880121</c:v>
                </c:pt>
                <c:pt idx="4">
                  <c:v>0.84275350973331242</c:v>
                </c:pt>
                <c:pt idx="5">
                  <c:v>0.85178226606127028</c:v>
                </c:pt>
                <c:pt idx="6">
                  <c:v>0.85922794565349758</c:v>
                </c:pt>
                <c:pt idx="7">
                  <c:v>0.86389019362246233</c:v>
                </c:pt>
                <c:pt idx="8">
                  <c:v>0.87093575491884556</c:v>
                </c:pt>
                <c:pt idx="9">
                  <c:v>0.87504131656315776</c:v>
                </c:pt>
                <c:pt idx="10">
                  <c:v>0.87923386044569696</c:v>
                </c:pt>
                <c:pt idx="11">
                  <c:v>0.88295670024181061</c:v>
                </c:pt>
                <c:pt idx="12">
                  <c:v>0.88647078266617951</c:v>
                </c:pt>
                <c:pt idx="13">
                  <c:v>0.88897587112711585</c:v>
                </c:pt>
                <c:pt idx="14">
                  <c:v>0.89153314893098834</c:v>
                </c:pt>
                <c:pt idx="15">
                  <c:v>0.89422959831602389</c:v>
                </c:pt>
                <c:pt idx="16">
                  <c:v>0.89549953899413737</c:v>
                </c:pt>
                <c:pt idx="17">
                  <c:v>0.8978306629786198</c:v>
                </c:pt>
                <c:pt idx="18">
                  <c:v>0.89896143207557022</c:v>
                </c:pt>
                <c:pt idx="19">
                  <c:v>0.90063149104952767</c:v>
                </c:pt>
                <c:pt idx="20">
                  <c:v>0.90176226014647809</c:v>
                </c:pt>
                <c:pt idx="21">
                  <c:v>0.9024581180522937</c:v>
                </c:pt>
                <c:pt idx="22">
                  <c:v>0.9037454551780526</c:v>
                </c:pt>
                <c:pt idx="23">
                  <c:v>0.90541551415201016</c:v>
                </c:pt>
                <c:pt idx="24">
                  <c:v>0.90614616495311662</c:v>
                </c:pt>
                <c:pt idx="25">
                  <c:v>0.90698119444009528</c:v>
                </c:pt>
                <c:pt idx="26">
                  <c:v>0.90790320616530107</c:v>
                </c:pt>
                <c:pt idx="27">
                  <c:v>0.90934711131986845</c:v>
                </c:pt>
                <c:pt idx="28">
                  <c:v>0.91070403423620894</c:v>
                </c:pt>
                <c:pt idx="29">
                  <c:v>0.91105196318911674</c:v>
                </c:pt>
                <c:pt idx="30">
                  <c:v>0.91197397491432253</c:v>
                </c:pt>
                <c:pt idx="31">
                  <c:v>0.9134004836212446</c:v>
                </c:pt>
                <c:pt idx="32">
                  <c:v>0.91416592731764179</c:v>
                </c:pt>
                <c:pt idx="33">
                  <c:v>0.91458344206113107</c:v>
                </c:pt>
                <c:pt idx="34">
                  <c:v>0.91501835325226588</c:v>
                </c:pt>
                <c:pt idx="35">
                  <c:v>0.91654924064506027</c:v>
                </c:pt>
                <c:pt idx="36">
                  <c:v>0.91667101577857801</c:v>
                </c:pt>
                <c:pt idx="37">
                  <c:v>0.91681018735974118</c:v>
                </c:pt>
                <c:pt idx="38">
                  <c:v>0.91649705130212411</c:v>
                </c:pt>
                <c:pt idx="39">
                  <c:v>0.91710592696971283</c:v>
                </c:pt>
                <c:pt idx="40">
                  <c:v>0.91794095645669149</c:v>
                </c:pt>
                <c:pt idx="41">
                  <c:v>0.91877598594367027</c:v>
                </c:pt>
                <c:pt idx="42">
                  <c:v>0.91879338239131569</c:v>
                </c:pt>
                <c:pt idx="43">
                  <c:v>0.9191413113442235</c:v>
                </c:pt>
                <c:pt idx="44">
                  <c:v>0.91969799766887605</c:v>
                </c:pt>
                <c:pt idx="45">
                  <c:v>0.9204286484699824</c:v>
                </c:pt>
                <c:pt idx="46">
                  <c:v>0.92079397387053563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53C-4CAF-9A11-44A325E8F0F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acuracia_I_ale</c:v>
                </c:pt>
              </c:strCache>
            </c:strRef>
          </c:tx>
          <c:spPr>
            <a:ln w="19050" cap="rnd">
              <a:solidFill>
                <a:schemeClr val="accent2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Sheet1!$E$2:$E$48</c:f>
              <c:numCache>
                <c:formatCode>General</c:formatCode>
                <c:ptCount val="47"/>
                <c:pt idx="0">
                  <c:v>0.74</c:v>
                </c:pt>
                <c:pt idx="1">
                  <c:v>0.77533333333333343</c:v>
                </c:pt>
                <c:pt idx="2">
                  <c:v>0.80549999999999999</c:v>
                </c:pt>
                <c:pt idx="3">
                  <c:v>0.81799999999999995</c:v>
                </c:pt>
                <c:pt idx="4">
                  <c:v>0.83133333333333326</c:v>
                </c:pt>
                <c:pt idx="5">
                  <c:v>0.84257142857142853</c:v>
                </c:pt>
                <c:pt idx="6">
                  <c:v>0.85</c:v>
                </c:pt>
                <c:pt idx="7">
                  <c:v>0.85488888888888892</c:v>
                </c:pt>
                <c:pt idx="8">
                  <c:v>0.86280000000000001</c:v>
                </c:pt>
                <c:pt idx="9">
                  <c:v>0.86945454545454537</c:v>
                </c:pt>
                <c:pt idx="10">
                  <c:v>0.873</c:v>
                </c:pt>
                <c:pt idx="11">
                  <c:v>0.88076923076923064</c:v>
                </c:pt>
                <c:pt idx="12">
                  <c:v>0.88528571428571434</c:v>
                </c:pt>
                <c:pt idx="13">
                  <c:v>0.8918666666666667</c:v>
                </c:pt>
                <c:pt idx="14">
                  <c:v>0.89587499999999998</c:v>
                </c:pt>
                <c:pt idx="15">
                  <c:v>0.89823529411764691</c:v>
                </c:pt>
                <c:pt idx="16">
                  <c:v>0.9</c:v>
                </c:pt>
                <c:pt idx="17">
                  <c:v>0.90157894736842104</c:v>
                </c:pt>
                <c:pt idx="18">
                  <c:v>0.9042</c:v>
                </c:pt>
                <c:pt idx="19">
                  <c:v>0.90685714285714281</c:v>
                </c:pt>
                <c:pt idx="20">
                  <c:v>0.90881818181818175</c:v>
                </c:pt>
                <c:pt idx="21">
                  <c:v>0.91121739130434798</c:v>
                </c:pt>
                <c:pt idx="22">
                  <c:v>0.91125000000000012</c:v>
                </c:pt>
                <c:pt idx="23">
                  <c:v>0.91432000000000002</c:v>
                </c:pt>
                <c:pt idx="24">
                  <c:v>0.91338461538461535</c:v>
                </c:pt>
                <c:pt idx="25">
                  <c:v>0.91459259259259262</c:v>
                </c:pt>
                <c:pt idx="26">
                  <c:v>0.9176428571428572</c:v>
                </c:pt>
                <c:pt idx="27">
                  <c:v>0.91820689655172427</c:v>
                </c:pt>
                <c:pt idx="28">
                  <c:v>0.92199999999999993</c:v>
                </c:pt>
                <c:pt idx="29">
                  <c:v>0.92277419354838719</c:v>
                </c:pt>
                <c:pt idx="30">
                  <c:v>0.92412500000000009</c:v>
                </c:pt>
                <c:pt idx="31">
                  <c:v>0.92642424242424237</c:v>
                </c:pt>
                <c:pt idx="32">
                  <c:v>0.92688235294117638</c:v>
                </c:pt>
                <c:pt idx="33">
                  <c:v>0.92674285714285709</c:v>
                </c:pt>
                <c:pt idx="34">
                  <c:v>0.92627777777777776</c:v>
                </c:pt>
                <c:pt idx="35">
                  <c:v>0.92632432432432421</c:v>
                </c:pt>
                <c:pt idx="36">
                  <c:v>0.92736842105263162</c:v>
                </c:pt>
                <c:pt idx="37">
                  <c:v>0.92866666666666653</c:v>
                </c:pt>
                <c:pt idx="38">
                  <c:v>0.92945000000000011</c:v>
                </c:pt>
                <c:pt idx="39">
                  <c:v>0.92931707317073164</c:v>
                </c:pt>
                <c:pt idx="40">
                  <c:v>0.93033333333333346</c:v>
                </c:pt>
                <c:pt idx="41">
                  <c:v>0.93013953488372092</c:v>
                </c:pt>
                <c:pt idx="42">
                  <c:v>0.93254545454545457</c:v>
                </c:pt>
                <c:pt idx="43">
                  <c:v>0.93257777777777784</c:v>
                </c:pt>
                <c:pt idx="44">
                  <c:v>0.93300000000000005</c:v>
                </c:pt>
                <c:pt idx="45">
                  <c:v>0.93378723404255326</c:v>
                </c:pt>
                <c:pt idx="46">
                  <c:v>0.93429166666666674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53C-4CAF-9A11-44A325E8F0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3977407"/>
        <c:axId val="443975327"/>
      </c:scatterChart>
      <c:valAx>
        <c:axId val="4439774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Iteração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43975327"/>
        <c:crosses val="autoZero"/>
        <c:crossBetween val="midCat"/>
      </c:valAx>
      <c:valAx>
        <c:axId val="443975327"/>
        <c:scaling>
          <c:orientation val="minMax"/>
          <c:min val="0.7000000000000000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Acurácia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4397740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800"/>
              <a:t>Evolução</a:t>
            </a:r>
            <a:r>
              <a:rPr lang="pt-BR" sz="1800" baseline="0"/>
              <a:t> das Acurácias Externa e Interna para os Modelos Incerteza e Aleatório</a:t>
            </a:r>
            <a:endParaRPr lang="pt-BR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scatterChart>
        <c:scatterStyle val="line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acuracia_I_inc</c:v>
                </c:pt>
              </c:strCache>
            </c:strRef>
          </c:tx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Sheet1!$C$2:$C$48</c:f>
              <c:numCache>
                <c:formatCode>General</c:formatCode>
                <c:ptCount val="47"/>
                <c:pt idx="0">
                  <c:v>0.74099999999999988</c:v>
                </c:pt>
                <c:pt idx="1">
                  <c:v>0.7406666666666667</c:v>
                </c:pt>
                <c:pt idx="2">
                  <c:v>0.76949999999999996</c:v>
                </c:pt>
                <c:pt idx="3">
                  <c:v>0.79239999999999999</c:v>
                </c:pt>
                <c:pt idx="4">
                  <c:v>0.81366666666666665</c:v>
                </c:pt>
                <c:pt idx="5">
                  <c:v>0.81714285714285706</c:v>
                </c:pt>
                <c:pt idx="6">
                  <c:v>0.83174999999999988</c:v>
                </c:pt>
                <c:pt idx="7">
                  <c:v>0.83688888888888879</c:v>
                </c:pt>
                <c:pt idx="8">
                  <c:v>0.84899999999999998</c:v>
                </c:pt>
                <c:pt idx="9">
                  <c:v>0.85963636363636353</c:v>
                </c:pt>
                <c:pt idx="10">
                  <c:v>0.86383333333333334</c:v>
                </c:pt>
                <c:pt idx="11">
                  <c:v>0.87107692307692319</c:v>
                </c:pt>
                <c:pt idx="12">
                  <c:v>0.875</c:v>
                </c:pt>
                <c:pt idx="13">
                  <c:v>0.87839999999999985</c:v>
                </c:pt>
                <c:pt idx="14">
                  <c:v>0.88074999999999992</c:v>
                </c:pt>
                <c:pt idx="15">
                  <c:v>0.88435294117647056</c:v>
                </c:pt>
                <c:pt idx="16">
                  <c:v>0.89100000000000001</c:v>
                </c:pt>
                <c:pt idx="17">
                  <c:v>0.8928421052631581</c:v>
                </c:pt>
                <c:pt idx="18">
                  <c:v>0.89580000000000004</c:v>
                </c:pt>
                <c:pt idx="19">
                  <c:v>0.89780952380952372</c:v>
                </c:pt>
                <c:pt idx="20">
                  <c:v>0.90045454545454517</c:v>
                </c:pt>
                <c:pt idx="21">
                  <c:v>0.9027826086956523</c:v>
                </c:pt>
                <c:pt idx="22">
                  <c:v>0.90341666666666653</c:v>
                </c:pt>
                <c:pt idx="23">
                  <c:v>0.90871999999999997</c:v>
                </c:pt>
                <c:pt idx="24">
                  <c:v>0.90692307692307694</c:v>
                </c:pt>
                <c:pt idx="25">
                  <c:v>0.90925925925925932</c:v>
                </c:pt>
                <c:pt idx="26">
                  <c:v>0.90942857142857148</c:v>
                </c:pt>
                <c:pt idx="27">
                  <c:v>0.90993103448275858</c:v>
                </c:pt>
                <c:pt idx="28">
                  <c:v>0.91199999999999992</c:v>
                </c:pt>
                <c:pt idx="29">
                  <c:v>0.91329032258064513</c:v>
                </c:pt>
                <c:pt idx="30">
                  <c:v>0.9140625</c:v>
                </c:pt>
                <c:pt idx="31">
                  <c:v>0.91351515151515161</c:v>
                </c:pt>
                <c:pt idx="32">
                  <c:v>0.91570588235294115</c:v>
                </c:pt>
                <c:pt idx="33">
                  <c:v>0.91845714285714286</c:v>
                </c:pt>
                <c:pt idx="34">
                  <c:v>0.91994444444444434</c:v>
                </c:pt>
                <c:pt idx="35">
                  <c:v>0.92129729729729737</c:v>
                </c:pt>
                <c:pt idx="36">
                  <c:v>0.92189473684210521</c:v>
                </c:pt>
                <c:pt idx="37">
                  <c:v>0.92446153846153845</c:v>
                </c:pt>
                <c:pt idx="38">
                  <c:v>0.92565000000000008</c:v>
                </c:pt>
                <c:pt idx="39">
                  <c:v>0.92458536585365869</c:v>
                </c:pt>
                <c:pt idx="40">
                  <c:v>0.92504761904761901</c:v>
                </c:pt>
                <c:pt idx="41">
                  <c:v>0.92818604651162795</c:v>
                </c:pt>
                <c:pt idx="42">
                  <c:v>0.9286363636363637</c:v>
                </c:pt>
                <c:pt idx="43">
                  <c:v>0.92928888888888894</c:v>
                </c:pt>
                <c:pt idx="44">
                  <c:v>0.93069565217391292</c:v>
                </c:pt>
                <c:pt idx="45">
                  <c:v>0.93055319148936166</c:v>
                </c:pt>
                <c:pt idx="46">
                  <c:v>0.93145833333333328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53C-4CAF-9A11-44A325E8F0FA}"/>
            </c:ext>
          </c:extLst>
        </c:ser>
        <c:ser>
          <c:idx val="3"/>
          <c:order val="1"/>
          <c:tx>
            <c:strRef>
              <c:f>Sheet1!$E$1</c:f>
              <c:strCache>
                <c:ptCount val="1"/>
                <c:pt idx="0">
                  <c:v>acuracia_I_ale</c:v>
                </c:pt>
              </c:strCache>
            </c:strRef>
          </c:tx>
          <c:spPr>
            <a:ln w="19050" cap="rnd">
              <a:solidFill>
                <a:schemeClr val="accent2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Sheet1!$E$2:$E$48</c:f>
              <c:numCache>
                <c:formatCode>General</c:formatCode>
                <c:ptCount val="47"/>
                <c:pt idx="0">
                  <c:v>0.74</c:v>
                </c:pt>
                <c:pt idx="1">
                  <c:v>0.77533333333333343</c:v>
                </c:pt>
                <c:pt idx="2">
                  <c:v>0.80549999999999999</c:v>
                </c:pt>
                <c:pt idx="3">
                  <c:v>0.81799999999999995</c:v>
                </c:pt>
                <c:pt idx="4">
                  <c:v>0.83133333333333326</c:v>
                </c:pt>
                <c:pt idx="5">
                  <c:v>0.84257142857142853</c:v>
                </c:pt>
                <c:pt idx="6">
                  <c:v>0.85</c:v>
                </c:pt>
                <c:pt idx="7">
                  <c:v>0.85488888888888892</c:v>
                </c:pt>
                <c:pt idx="8">
                  <c:v>0.86280000000000001</c:v>
                </c:pt>
                <c:pt idx="9">
                  <c:v>0.86945454545454537</c:v>
                </c:pt>
                <c:pt idx="10">
                  <c:v>0.873</c:v>
                </c:pt>
                <c:pt idx="11">
                  <c:v>0.88076923076923064</c:v>
                </c:pt>
                <c:pt idx="12">
                  <c:v>0.88528571428571434</c:v>
                </c:pt>
                <c:pt idx="13">
                  <c:v>0.8918666666666667</c:v>
                </c:pt>
                <c:pt idx="14">
                  <c:v>0.89587499999999998</c:v>
                </c:pt>
                <c:pt idx="15">
                  <c:v>0.89823529411764691</c:v>
                </c:pt>
                <c:pt idx="16">
                  <c:v>0.9</c:v>
                </c:pt>
                <c:pt idx="17">
                  <c:v>0.90157894736842104</c:v>
                </c:pt>
                <c:pt idx="18">
                  <c:v>0.9042</c:v>
                </c:pt>
                <c:pt idx="19">
                  <c:v>0.90685714285714281</c:v>
                </c:pt>
                <c:pt idx="20">
                  <c:v>0.90881818181818175</c:v>
                </c:pt>
                <c:pt idx="21">
                  <c:v>0.91121739130434798</c:v>
                </c:pt>
                <c:pt idx="22">
                  <c:v>0.91125000000000012</c:v>
                </c:pt>
                <c:pt idx="23">
                  <c:v>0.91432000000000002</c:v>
                </c:pt>
                <c:pt idx="24">
                  <c:v>0.91338461538461535</c:v>
                </c:pt>
                <c:pt idx="25">
                  <c:v>0.91459259259259262</c:v>
                </c:pt>
                <c:pt idx="26">
                  <c:v>0.9176428571428572</c:v>
                </c:pt>
                <c:pt idx="27">
                  <c:v>0.91820689655172427</c:v>
                </c:pt>
                <c:pt idx="28">
                  <c:v>0.92199999999999993</c:v>
                </c:pt>
                <c:pt idx="29">
                  <c:v>0.92277419354838719</c:v>
                </c:pt>
                <c:pt idx="30">
                  <c:v>0.92412500000000009</c:v>
                </c:pt>
                <c:pt idx="31">
                  <c:v>0.92642424242424237</c:v>
                </c:pt>
                <c:pt idx="32">
                  <c:v>0.92688235294117638</c:v>
                </c:pt>
                <c:pt idx="33">
                  <c:v>0.92674285714285709</c:v>
                </c:pt>
                <c:pt idx="34">
                  <c:v>0.92627777777777776</c:v>
                </c:pt>
                <c:pt idx="35">
                  <c:v>0.92632432432432421</c:v>
                </c:pt>
                <c:pt idx="36">
                  <c:v>0.92736842105263162</c:v>
                </c:pt>
                <c:pt idx="37">
                  <c:v>0.92866666666666653</c:v>
                </c:pt>
                <c:pt idx="38">
                  <c:v>0.92945000000000011</c:v>
                </c:pt>
                <c:pt idx="39">
                  <c:v>0.92931707317073164</c:v>
                </c:pt>
                <c:pt idx="40">
                  <c:v>0.93033333333333346</c:v>
                </c:pt>
                <c:pt idx="41">
                  <c:v>0.93013953488372092</c:v>
                </c:pt>
                <c:pt idx="42">
                  <c:v>0.93254545454545457</c:v>
                </c:pt>
                <c:pt idx="43">
                  <c:v>0.93257777777777784</c:v>
                </c:pt>
                <c:pt idx="44">
                  <c:v>0.93300000000000005</c:v>
                </c:pt>
                <c:pt idx="45">
                  <c:v>0.93378723404255326</c:v>
                </c:pt>
                <c:pt idx="46">
                  <c:v>0.93429166666666674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53C-4CAF-9A11-44A325E8F0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3977407"/>
        <c:axId val="443975327"/>
      </c:scatterChart>
      <c:valAx>
        <c:axId val="4439774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Iteração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43975327"/>
        <c:crosses val="autoZero"/>
        <c:crossBetween val="midCat"/>
      </c:valAx>
      <c:valAx>
        <c:axId val="443975327"/>
        <c:scaling>
          <c:orientation val="minMax"/>
          <c:min val="0.7000000000000000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Acurácia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4397740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800"/>
              <a:t>Evolução</a:t>
            </a:r>
            <a:r>
              <a:rPr lang="pt-BR" sz="1800" baseline="0"/>
              <a:t> das Acurácias Externa e Interna para os Modelos Incerteza e Aleatório</a:t>
            </a:r>
            <a:endParaRPr lang="pt-BR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acuracia_E_inc</c:v>
                </c:pt>
              </c:strCache>
            </c:strRef>
          </c:tx>
          <c:spPr>
            <a:ln w="190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Sheet1!$B$2:$B$48</c:f>
              <c:numCache>
                <c:formatCode>General</c:formatCode>
                <c:ptCount val="47"/>
                <c:pt idx="0">
                  <c:v>0.74931718942991843</c:v>
                </c:pt>
                <c:pt idx="1">
                  <c:v>0.77504653549745139</c:v>
                </c:pt>
                <c:pt idx="2">
                  <c:v>0.7941304385644451</c:v>
                </c:pt>
                <c:pt idx="3">
                  <c:v>0.81015256684585013</c:v>
                </c:pt>
                <c:pt idx="4">
                  <c:v>0.8259659377555103</c:v>
                </c:pt>
                <c:pt idx="5">
                  <c:v>0.84249256301863162</c:v>
                </c:pt>
                <c:pt idx="6">
                  <c:v>0.85712297548840521</c:v>
                </c:pt>
                <c:pt idx="7">
                  <c:v>0.87530226327783867</c:v>
                </c:pt>
                <c:pt idx="8">
                  <c:v>0.88699267609554133</c:v>
                </c:pt>
                <c:pt idx="9">
                  <c:v>0.89266391802793865</c:v>
                </c:pt>
                <c:pt idx="10">
                  <c:v>0.90384983386392503</c:v>
                </c:pt>
                <c:pt idx="11">
                  <c:v>0.91126072056086149</c:v>
                </c:pt>
                <c:pt idx="12">
                  <c:v>0.91768000974201069</c:v>
                </c:pt>
                <c:pt idx="13">
                  <c:v>0.92030687333646466</c:v>
                </c:pt>
                <c:pt idx="14">
                  <c:v>0.92486474261955709</c:v>
                </c:pt>
                <c:pt idx="15">
                  <c:v>0.92860497886331617</c:v>
                </c:pt>
                <c:pt idx="16">
                  <c:v>0.93213645773533049</c:v>
                </c:pt>
                <c:pt idx="17">
                  <c:v>0.93502426804446537</c:v>
                </c:pt>
                <c:pt idx="18">
                  <c:v>0.93622462293199726</c:v>
                </c:pt>
                <c:pt idx="19">
                  <c:v>0.93845136823060726</c:v>
                </c:pt>
                <c:pt idx="20">
                  <c:v>0.94029539168101872</c:v>
                </c:pt>
                <c:pt idx="21">
                  <c:v>0.94205243289320317</c:v>
                </c:pt>
                <c:pt idx="22">
                  <c:v>0.94302663396134512</c:v>
                </c:pt>
                <c:pt idx="23">
                  <c:v>0.94417479950594085</c:v>
                </c:pt>
                <c:pt idx="24">
                  <c:v>0.94509681123114664</c:v>
                </c:pt>
                <c:pt idx="25">
                  <c:v>0.94584485847989841</c:v>
                </c:pt>
                <c:pt idx="26">
                  <c:v>0.94636675190926012</c:v>
                </c:pt>
                <c:pt idx="27">
                  <c:v>0.94671468086216792</c:v>
                </c:pt>
                <c:pt idx="28">
                  <c:v>0.94701042047213957</c:v>
                </c:pt>
                <c:pt idx="29">
                  <c:v>0.94748012455856512</c:v>
                </c:pt>
                <c:pt idx="30">
                  <c:v>0.94812379312144457</c:v>
                </c:pt>
                <c:pt idx="31">
                  <c:v>0.94789763930205451</c:v>
                </c:pt>
                <c:pt idx="32">
                  <c:v>0.94829775759789847</c:v>
                </c:pt>
                <c:pt idx="33">
                  <c:v>0.94918497642781341</c:v>
                </c:pt>
                <c:pt idx="34">
                  <c:v>0.94941113024720347</c:v>
                </c:pt>
                <c:pt idx="35">
                  <c:v>0.94939373379955816</c:v>
                </c:pt>
                <c:pt idx="36">
                  <c:v>0.94927195866604042</c:v>
                </c:pt>
                <c:pt idx="37">
                  <c:v>0.94953290538072121</c:v>
                </c:pt>
                <c:pt idx="38">
                  <c:v>0.94974166275246596</c:v>
                </c:pt>
                <c:pt idx="39">
                  <c:v>0.94956769827601206</c:v>
                </c:pt>
                <c:pt idx="40">
                  <c:v>0.94939373379955816</c:v>
                </c:pt>
                <c:pt idx="41">
                  <c:v>0.94955030182836664</c:v>
                </c:pt>
                <c:pt idx="42">
                  <c:v>0.94930675156133115</c:v>
                </c:pt>
                <c:pt idx="43">
                  <c:v>0.94958509472365737</c:v>
                </c:pt>
                <c:pt idx="44">
                  <c:v>0.9497764556477567</c:v>
                </c:pt>
                <c:pt idx="45">
                  <c:v>0.94956769827601206</c:v>
                </c:pt>
                <c:pt idx="46">
                  <c:v>0.94974166275246596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53C-4CAF-9A11-44A325E8F0FA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acuracia_E_ale</c:v>
                </c:pt>
              </c:strCache>
            </c:strRef>
          </c:tx>
          <c:spPr>
            <a:ln w="19050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Sheet1!$D$2:$D$48</c:f>
              <c:numCache>
                <c:formatCode>General</c:formatCode>
                <c:ptCount val="47"/>
                <c:pt idx="0">
                  <c:v>0.75460570951411721</c:v>
                </c:pt>
                <c:pt idx="1">
                  <c:v>0.79025103073952296</c:v>
                </c:pt>
                <c:pt idx="2">
                  <c:v>0.81472783257658787</c:v>
                </c:pt>
                <c:pt idx="3">
                  <c:v>0.82845362976880121</c:v>
                </c:pt>
                <c:pt idx="4">
                  <c:v>0.84275350973331242</c:v>
                </c:pt>
                <c:pt idx="5">
                  <c:v>0.85178226606127028</c:v>
                </c:pt>
                <c:pt idx="6">
                  <c:v>0.85922794565349758</c:v>
                </c:pt>
                <c:pt idx="7">
                  <c:v>0.86389019362246233</c:v>
                </c:pt>
                <c:pt idx="8">
                  <c:v>0.87093575491884556</c:v>
                </c:pt>
                <c:pt idx="9">
                  <c:v>0.87504131656315776</c:v>
                </c:pt>
                <c:pt idx="10">
                  <c:v>0.87923386044569696</c:v>
                </c:pt>
                <c:pt idx="11">
                  <c:v>0.88295670024181061</c:v>
                </c:pt>
                <c:pt idx="12">
                  <c:v>0.88647078266617951</c:v>
                </c:pt>
                <c:pt idx="13">
                  <c:v>0.88897587112711585</c:v>
                </c:pt>
                <c:pt idx="14">
                  <c:v>0.89153314893098834</c:v>
                </c:pt>
                <c:pt idx="15">
                  <c:v>0.89422959831602389</c:v>
                </c:pt>
                <c:pt idx="16">
                  <c:v>0.89549953899413737</c:v>
                </c:pt>
                <c:pt idx="17">
                  <c:v>0.8978306629786198</c:v>
                </c:pt>
                <c:pt idx="18">
                  <c:v>0.89896143207557022</c:v>
                </c:pt>
                <c:pt idx="19">
                  <c:v>0.90063149104952767</c:v>
                </c:pt>
                <c:pt idx="20">
                  <c:v>0.90176226014647809</c:v>
                </c:pt>
                <c:pt idx="21">
                  <c:v>0.9024581180522937</c:v>
                </c:pt>
                <c:pt idx="22">
                  <c:v>0.9037454551780526</c:v>
                </c:pt>
                <c:pt idx="23">
                  <c:v>0.90541551415201016</c:v>
                </c:pt>
                <c:pt idx="24">
                  <c:v>0.90614616495311662</c:v>
                </c:pt>
                <c:pt idx="25">
                  <c:v>0.90698119444009528</c:v>
                </c:pt>
                <c:pt idx="26">
                  <c:v>0.90790320616530107</c:v>
                </c:pt>
                <c:pt idx="27">
                  <c:v>0.90934711131986845</c:v>
                </c:pt>
                <c:pt idx="28">
                  <c:v>0.91070403423620894</c:v>
                </c:pt>
                <c:pt idx="29">
                  <c:v>0.91105196318911674</c:v>
                </c:pt>
                <c:pt idx="30">
                  <c:v>0.91197397491432253</c:v>
                </c:pt>
                <c:pt idx="31">
                  <c:v>0.9134004836212446</c:v>
                </c:pt>
                <c:pt idx="32">
                  <c:v>0.91416592731764179</c:v>
                </c:pt>
                <c:pt idx="33">
                  <c:v>0.91458344206113107</c:v>
                </c:pt>
                <c:pt idx="34">
                  <c:v>0.91501835325226588</c:v>
                </c:pt>
                <c:pt idx="35">
                  <c:v>0.91654924064506027</c:v>
                </c:pt>
                <c:pt idx="36">
                  <c:v>0.91667101577857801</c:v>
                </c:pt>
                <c:pt idx="37">
                  <c:v>0.91681018735974118</c:v>
                </c:pt>
                <c:pt idx="38">
                  <c:v>0.91649705130212411</c:v>
                </c:pt>
                <c:pt idx="39">
                  <c:v>0.91710592696971283</c:v>
                </c:pt>
                <c:pt idx="40">
                  <c:v>0.91794095645669149</c:v>
                </c:pt>
                <c:pt idx="41">
                  <c:v>0.91877598594367027</c:v>
                </c:pt>
                <c:pt idx="42">
                  <c:v>0.91879338239131569</c:v>
                </c:pt>
                <c:pt idx="43">
                  <c:v>0.9191413113442235</c:v>
                </c:pt>
                <c:pt idx="44">
                  <c:v>0.91969799766887605</c:v>
                </c:pt>
                <c:pt idx="45">
                  <c:v>0.9204286484699824</c:v>
                </c:pt>
                <c:pt idx="46">
                  <c:v>0.92079397387053563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53C-4CAF-9A11-44A325E8F0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3977407"/>
        <c:axId val="443975327"/>
      </c:scatterChart>
      <c:valAx>
        <c:axId val="4439774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Iteração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43975327"/>
        <c:crosses val="autoZero"/>
        <c:crossBetween val="midCat"/>
      </c:valAx>
      <c:valAx>
        <c:axId val="443975327"/>
        <c:scaling>
          <c:orientation val="minMax"/>
          <c:min val="0.7000000000000000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Acurácia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4397740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800"/>
              <a:t>Evolução</a:t>
            </a:r>
            <a:r>
              <a:rPr lang="pt-BR" sz="1800" baseline="0"/>
              <a:t> das Acurácias Externa e Interna para os Modelos Incerteza e Aleatório</a:t>
            </a:r>
            <a:endParaRPr lang="pt-BR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scatterChart>
        <c:scatterStyle val="lineMarker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acuracia_E_ale</c:v>
                </c:pt>
              </c:strCache>
            </c:strRef>
          </c:tx>
          <c:spPr>
            <a:ln w="19050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Sheet1!$D$2:$D$48</c:f>
              <c:numCache>
                <c:formatCode>General</c:formatCode>
                <c:ptCount val="47"/>
                <c:pt idx="0">
                  <c:v>0.75460570951411721</c:v>
                </c:pt>
                <c:pt idx="1">
                  <c:v>0.79025103073952296</c:v>
                </c:pt>
                <c:pt idx="2">
                  <c:v>0.81472783257658787</c:v>
                </c:pt>
                <c:pt idx="3">
                  <c:v>0.82845362976880121</c:v>
                </c:pt>
                <c:pt idx="4">
                  <c:v>0.84275350973331242</c:v>
                </c:pt>
                <c:pt idx="5">
                  <c:v>0.85178226606127028</c:v>
                </c:pt>
                <c:pt idx="6">
                  <c:v>0.85922794565349758</c:v>
                </c:pt>
                <c:pt idx="7">
                  <c:v>0.86389019362246233</c:v>
                </c:pt>
                <c:pt idx="8">
                  <c:v>0.87093575491884556</c:v>
                </c:pt>
                <c:pt idx="9">
                  <c:v>0.87504131656315776</c:v>
                </c:pt>
                <c:pt idx="10">
                  <c:v>0.87923386044569696</c:v>
                </c:pt>
                <c:pt idx="11">
                  <c:v>0.88295670024181061</c:v>
                </c:pt>
                <c:pt idx="12">
                  <c:v>0.88647078266617951</c:v>
                </c:pt>
                <c:pt idx="13">
                  <c:v>0.88897587112711585</c:v>
                </c:pt>
                <c:pt idx="14">
                  <c:v>0.89153314893098834</c:v>
                </c:pt>
                <c:pt idx="15">
                  <c:v>0.89422959831602389</c:v>
                </c:pt>
                <c:pt idx="16">
                  <c:v>0.89549953899413737</c:v>
                </c:pt>
                <c:pt idx="17">
                  <c:v>0.8978306629786198</c:v>
                </c:pt>
                <c:pt idx="18">
                  <c:v>0.89896143207557022</c:v>
                </c:pt>
                <c:pt idx="19">
                  <c:v>0.90063149104952767</c:v>
                </c:pt>
                <c:pt idx="20">
                  <c:v>0.90176226014647809</c:v>
                </c:pt>
                <c:pt idx="21">
                  <c:v>0.9024581180522937</c:v>
                </c:pt>
                <c:pt idx="22">
                  <c:v>0.9037454551780526</c:v>
                </c:pt>
                <c:pt idx="23">
                  <c:v>0.90541551415201016</c:v>
                </c:pt>
                <c:pt idx="24">
                  <c:v>0.90614616495311662</c:v>
                </c:pt>
                <c:pt idx="25">
                  <c:v>0.90698119444009528</c:v>
                </c:pt>
                <c:pt idx="26">
                  <c:v>0.90790320616530107</c:v>
                </c:pt>
                <c:pt idx="27">
                  <c:v>0.90934711131986845</c:v>
                </c:pt>
                <c:pt idx="28">
                  <c:v>0.91070403423620894</c:v>
                </c:pt>
                <c:pt idx="29">
                  <c:v>0.91105196318911674</c:v>
                </c:pt>
                <c:pt idx="30">
                  <c:v>0.91197397491432253</c:v>
                </c:pt>
                <c:pt idx="31">
                  <c:v>0.9134004836212446</c:v>
                </c:pt>
                <c:pt idx="32">
                  <c:v>0.91416592731764179</c:v>
                </c:pt>
                <c:pt idx="33">
                  <c:v>0.91458344206113107</c:v>
                </c:pt>
                <c:pt idx="34">
                  <c:v>0.91501835325226588</c:v>
                </c:pt>
                <c:pt idx="35">
                  <c:v>0.91654924064506027</c:v>
                </c:pt>
                <c:pt idx="36">
                  <c:v>0.91667101577857801</c:v>
                </c:pt>
                <c:pt idx="37">
                  <c:v>0.91681018735974118</c:v>
                </c:pt>
                <c:pt idx="38">
                  <c:v>0.91649705130212411</c:v>
                </c:pt>
                <c:pt idx="39">
                  <c:v>0.91710592696971283</c:v>
                </c:pt>
                <c:pt idx="40">
                  <c:v>0.91794095645669149</c:v>
                </c:pt>
                <c:pt idx="41">
                  <c:v>0.91877598594367027</c:v>
                </c:pt>
                <c:pt idx="42">
                  <c:v>0.91879338239131569</c:v>
                </c:pt>
                <c:pt idx="43">
                  <c:v>0.9191413113442235</c:v>
                </c:pt>
                <c:pt idx="44">
                  <c:v>0.91969799766887605</c:v>
                </c:pt>
                <c:pt idx="45">
                  <c:v>0.9204286484699824</c:v>
                </c:pt>
                <c:pt idx="46">
                  <c:v>0.92079397387053563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53C-4CAF-9A11-44A325E8F0FA}"/>
            </c:ext>
          </c:extLst>
        </c:ser>
        <c:ser>
          <c:idx val="3"/>
          <c:order val="1"/>
          <c:tx>
            <c:strRef>
              <c:f>Sheet1!$E$1</c:f>
              <c:strCache>
                <c:ptCount val="1"/>
                <c:pt idx="0">
                  <c:v>acuracia_I_ale</c:v>
                </c:pt>
              </c:strCache>
            </c:strRef>
          </c:tx>
          <c:spPr>
            <a:ln w="19050" cap="rnd">
              <a:solidFill>
                <a:schemeClr val="accent2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Sheet1!$E$2:$E$48</c:f>
              <c:numCache>
                <c:formatCode>General</c:formatCode>
                <c:ptCount val="47"/>
                <c:pt idx="0">
                  <c:v>0.74</c:v>
                </c:pt>
                <c:pt idx="1">
                  <c:v>0.77533333333333343</c:v>
                </c:pt>
                <c:pt idx="2">
                  <c:v>0.80549999999999999</c:v>
                </c:pt>
                <c:pt idx="3">
                  <c:v>0.81799999999999995</c:v>
                </c:pt>
                <c:pt idx="4">
                  <c:v>0.83133333333333326</c:v>
                </c:pt>
                <c:pt idx="5">
                  <c:v>0.84257142857142853</c:v>
                </c:pt>
                <c:pt idx="6">
                  <c:v>0.85</c:v>
                </c:pt>
                <c:pt idx="7">
                  <c:v>0.85488888888888892</c:v>
                </c:pt>
                <c:pt idx="8">
                  <c:v>0.86280000000000001</c:v>
                </c:pt>
                <c:pt idx="9">
                  <c:v>0.86945454545454537</c:v>
                </c:pt>
                <c:pt idx="10">
                  <c:v>0.873</c:v>
                </c:pt>
                <c:pt idx="11">
                  <c:v>0.88076923076923064</c:v>
                </c:pt>
                <c:pt idx="12">
                  <c:v>0.88528571428571434</c:v>
                </c:pt>
                <c:pt idx="13">
                  <c:v>0.8918666666666667</c:v>
                </c:pt>
                <c:pt idx="14">
                  <c:v>0.89587499999999998</c:v>
                </c:pt>
                <c:pt idx="15">
                  <c:v>0.89823529411764691</c:v>
                </c:pt>
                <c:pt idx="16">
                  <c:v>0.9</c:v>
                </c:pt>
                <c:pt idx="17">
                  <c:v>0.90157894736842104</c:v>
                </c:pt>
                <c:pt idx="18">
                  <c:v>0.9042</c:v>
                </c:pt>
                <c:pt idx="19">
                  <c:v>0.90685714285714281</c:v>
                </c:pt>
                <c:pt idx="20">
                  <c:v>0.90881818181818175</c:v>
                </c:pt>
                <c:pt idx="21">
                  <c:v>0.91121739130434798</c:v>
                </c:pt>
                <c:pt idx="22">
                  <c:v>0.91125000000000012</c:v>
                </c:pt>
                <c:pt idx="23">
                  <c:v>0.91432000000000002</c:v>
                </c:pt>
                <c:pt idx="24">
                  <c:v>0.91338461538461535</c:v>
                </c:pt>
                <c:pt idx="25">
                  <c:v>0.91459259259259262</c:v>
                </c:pt>
                <c:pt idx="26">
                  <c:v>0.9176428571428572</c:v>
                </c:pt>
                <c:pt idx="27">
                  <c:v>0.91820689655172427</c:v>
                </c:pt>
                <c:pt idx="28">
                  <c:v>0.92199999999999993</c:v>
                </c:pt>
                <c:pt idx="29">
                  <c:v>0.92277419354838719</c:v>
                </c:pt>
                <c:pt idx="30">
                  <c:v>0.92412500000000009</c:v>
                </c:pt>
                <c:pt idx="31">
                  <c:v>0.92642424242424237</c:v>
                </c:pt>
                <c:pt idx="32">
                  <c:v>0.92688235294117638</c:v>
                </c:pt>
                <c:pt idx="33">
                  <c:v>0.92674285714285709</c:v>
                </c:pt>
                <c:pt idx="34">
                  <c:v>0.92627777777777776</c:v>
                </c:pt>
                <c:pt idx="35">
                  <c:v>0.92632432432432421</c:v>
                </c:pt>
                <c:pt idx="36">
                  <c:v>0.92736842105263162</c:v>
                </c:pt>
                <c:pt idx="37">
                  <c:v>0.92866666666666653</c:v>
                </c:pt>
                <c:pt idx="38">
                  <c:v>0.92945000000000011</c:v>
                </c:pt>
                <c:pt idx="39">
                  <c:v>0.92931707317073164</c:v>
                </c:pt>
                <c:pt idx="40">
                  <c:v>0.93033333333333346</c:v>
                </c:pt>
                <c:pt idx="41">
                  <c:v>0.93013953488372092</c:v>
                </c:pt>
                <c:pt idx="42">
                  <c:v>0.93254545454545457</c:v>
                </c:pt>
                <c:pt idx="43">
                  <c:v>0.93257777777777784</c:v>
                </c:pt>
                <c:pt idx="44">
                  <c:v>0.93300000000000005</c:v>
                </c:pt>
                <c:pt idx="45">
                  <c:v>0.93378723404255326</c:v>
                </c:pt>
                <c:pt idx="46">
                  <c:v>0.93429166666666674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53C-4CAF-9A11-44A325E8F0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3977407"/>
        <c:axId val="443975327"/>
      </c:scatterChart>
      <c:valAx>
        <c:axId val="4439774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Iteração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43975327"/>
        <c:crosses val="autoZero"/>
        <c:crossBetween val="midCat"/>
      </c:valAx>
      <c:valAx>
        <c:axId val="443975327"/>
        <c:scaling>
          <c:orientation val="minMax"/>
          <c:min val="0.7000000000000000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Acurácia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4397740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800"/>
              <a:t>Evolução</a:t>
            </a:r>
            <a:r>
              <a:rPr lang="pt-BR" sz="1800" baseline="0"/>
              <a:t> das Acurácias Externa e Interna para os Modelos Incerteza e Aleatório</a:t>
            </a:r>
            <a:endParaRPr lang="pt-BR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acuracia_E_inc</c:v>
                </c:pt>
              </c:strCache>
            </c:strRef>
          </c:tx>
          <c:spPr>
            <a:ln w="190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Sheet1!$B$2:$B$48</c:f>
              <c:numCache>
                <c:formatCode>General</c:formatCode>
                <c:ptCount val="47"/>
                <c:pt idx="0">
                  <c:v>0.74931718942991843</c:v>
                </c:pt>
                <c:pt idx="1">
                  <c:v>0.77504653549745139</c:v>
                </c:pt>
                <c:pt idx="2">
                  <c:v>0.7941304385644451</c:v>
                </c:pt>
                <c:pt idx="3">
                  <c:v>0.81015256684585013</c:v>
                </c:pt>
                <c:pt idx="4">
                  <c:v>0.8259659377555103</c:v>
                </c:pt>
                <c:pt idx="5">
                  <c:v>0.84249256301863162</c:v>
                </c:pt>
                <c:pt idx="6">
                  <c:v>0.85712297548840521</c:v>
                </c:pt>
                <c:pt idx="7">
                  <c:v>0.87530226327783867</c:v>
                </c:pt>
                <c:pt idx="8">
                  <c:v>0.88699267609554133</c:v>
                </c:pt>
                <c:pt idx="9">
                  <c:v>0.89266391802793865</c:v>
                </c:pt>
                <c:pt idx="10">
                  <c:v>0.90384983386392503</c:v>
                </c:pt>
                <c:pt idx="11">
                  <c:v>0.91126072056086149</c:v>
                </c:pt>
                <c:pt idx="12">
                  <c:v>0.91768000974201069</c:v>
                </c:pt>
                <c:pt idx="13">
                  <c:v>0.92030687333646466</c:v>
                </c:pt>
                <c:pt idx="14">
                  <c:v>0.92486474261955709</c:v>
                </c:pt>
                <c:pt idx="15">
                  <c:v>0.92860497886331617</c:v>
                </c:pt>
                <c:pt idx="16">
                  <c:v>0.93213645773533049</c:v>
                </c:pt>
                <c:pt idx="17">
                  <c:v>0.93502426804446537</c:v>
                </c:pt>
                <c:pt idx="18">
                  <c:v>0.93622462293199726</c:v>
                </c:pt>
                <c:pt idx="19">
                  <c:v>0.93845136823060726</c:v>
                </c:pt>
                <c:pt idx="20">
                  <c:v>0.94029539168101872</c:v>
                </c:pt>
                <c:pt idx="21">
                  <c:v>0.94205243289320317</c:v>
                </c:pt>
                <c:pt idx="22">
                  <c:v>0.94302663396134512</c:v>
                </c:pt>
                <c:pt idx="23">
                  <c:v>0.94417479950594085</c:v>
                </c:pt>
                <c:pt idx="24">
                  <c:v>0.94509681123114664</c:v>
                </c:pt>
                <c:pt idx="25">
                  <c:v>0.94584485847989841</c:v>
                </c:pt>
                <c:pt idx="26">
                  <c:v>0.94636675190926012</c:v>
                </c:pt>
                <c:pt idx="27">
                  <c:v>0.94671468086216792</c:v>
                </c:pt>
                <c:pt idx="28">
                  <c:v>0.94701042047213957</c:v>
                </c:pt>
                <c:pt idx="29">
                  <c:v>0.94748012455856512</c:v>
                </c:pt>
                <c:pt idx="30">
                  <c:v>0.94812379312144457</c:v>
                </c:pt>
                <c:pt idx="31">
                  <c:v>0.94789763930205451</c:v>
                </c:pt>
                <c:pt idx="32">
                  <c:v>0.94829775759789847</c:v>
                </c:pt>
                <c:pt idx="33">
                  <c:v>0.94918497642781341</c:v>
                </c:pt>
                <c:pt idx="34">
                  <c:v>0.94941113024720347</c:v>
                </c:pt>
                <c:pt idx="35">
                  <c:v>0.94939373379955816</c:v>
                </c:pt>
                <c:pt idx="36">
                  <c:v>0.94927195866604042</c:v>
                </c:pt>
                <c:pt idx="37">
                  <c:v>0.94953290538072121</c:v>
                </c:pt>
                <c:pt idx="38">
                  <c:v>0.94974166275246596</c:v>
                </c:pt>
                <c:pt idx="39">
                  <c:v>0.94956769827601206</c:v>
                </c:pt>
                <c:pt idx="40">
                  <c:v>0.94939373379955816</c:v>
                </c:pt>
                <c:pt idx="41">
                  <c:v>0.94955030182836664</c:v>
                </c:pt>
                <c:pt idx="42">
                  <c:v>0.94930675156133115</c:v>
                </c:pt>
                <c:pt idx="43">
                  <c:v>0.94958509472365737</c:v>
                </c:pt>
                <c:pt idx="44">
                  <c:v>0.9497764556477567</c:v>
                </c:pt>
                <c:pt idx="45">
                  <c:v>0.94956769827601206</c:v>
                </c:pt>
                <c:pt idx="46">
                  <c:v>0.94974166275246596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53C-4CAF-9A11-44A325E8F0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acuracia_I_inc</c:v>
                </c:pt>
              </c:strCache>
            </c:strRef>
          </c:tx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</c:numCache>
            </c:numRef>
          </c:xVal>
          <c:yVal>
            <c:numRef>
              <c:f>Sheet1!$C$2:$C$48</c:f>
              <c:numCache>
                <c:formatCode>General</c:formatCode>
                <c:ptCount val="47"/>
                <c:pt idx="0">
                  <c:v>0.74099999999999988</c:v>
                </c:pt>
                <c:pt idx="1">
                  <c:v>0.7406666666666667</c:v>
                </c:pt>
                <c:pt idx="2">
                  <c:v>0.76949999999999996</c:v>
                </c:pt>
                <c:pt idx="3">
                  <c:v>0.79239999999999999</c:v>
                </c:pt>
                <c:pt idx="4">
                  <c:v>0.81366666666666665</c:v>
                </c:pt>
                <c:pt idx="5">
                  <c:v>0.81714285714285706</c:v>
                </c:pt>
                <c:pt idx="6">
                  <c:v>0.83174999999999988</c:v>
                </c:pt>
                <c:pt idx="7">
                  <c:v>0.83688888888888879</c:v>
                </c:pt>
                <c:pt idx="8">
                  <c:v>0.84899999999999998</c:v>
                </c:pt>
                <c:pt idx="9">
                  <c:v>0.85963636363636353</c:v>
                </c:pt>
                <c:pt idx="10">
                  <c:v>0.86383333333333334</c:v>
                </c:pt>
                <c:pt idx="11">
                  <c:v>0.87107692307692319</c:v>
                </c:pt>
                <c:pt idx="12">
                  <c:v>0.875</c:v>
                </c:pt>
                <c:pt idx="13">
                  <c:v>0.87839999999999985</c:v>
                </c:pt>
                <c:pt idx="14">
                  <c:v>0.88074999999999992</c:v>
                </c:pt>
                <c:pt idx="15">
                  <c:v>0.88435294117647056</c:v>
                </c:pt>
                <c:pt idx="16">
                  <c:v>0.89100000000000001</c:v>
                </c:pt>
                <c:pt idx="17">
                  <c:v>0.8928421052631581</c:v>
                </c:pt>
                <c:pt idx="18">
                  <c:v>0.89580000000000004</c:v>
                </c:pt>
                <c:pt idx="19">
                  <c:v>0.89780952380952372</c:v>
                </c:pt>
                <c:pt idx="20">
                  <c:v>0.90045454545454517</c:v>
                </c:pt>
                <c:pt idx="21">
                  <c:v>0.9027826086956523</c:v>
                </c:pt>
                <c:pt idx="22">
                  <c:v>0.90341666666666653</c:v>
                </c:pt>
                <c:pt idx="23">
                  <c:v>0.90871999999999997</c:v>
                </c:pt>
                <c:pt idx="24">
                  <c:v>0.90692307692307694</c:v>
                </c:pt>
                <c:pt idx="25">
                  <c:v>0.90925925925925932</c:v>
                </c:pt>
                <c:pt idx="26">
                  <c:v>0.90942857142857148</c:v>
                </c:pt>
                <c:pt idx="27">
                  <c:v>0.90993103448275858</c:v>
                </c:pt>
                <c:pt idx="28">
                  <c:v>0.91199999999999992</c:v>
                </c:pt>
                <c:pt idx="29">
                  <c:v>0.91329032258064513</c:v>
                </c:pt>
                <c:pt idx="30">
                  <c:v>0.9140625</c:v>
                </c:pt>
                <c:pt idx="31">
                  <c:v>0.91351515151515161</c:v>
                </c:pt>
                <c:pt idx="32">
                  <c:v>0.91570588235294115</c:v>
                </c:pt>
                <c:pt idx="33">
                  <c:v>0.91845714285714286</c:v>
                </c:pt>
                <c:pt idx="34">
                  <c:v>0.91994444444444434</c:v>
                </c:pt>
                <c:pt idx="35">
                  <c:v>0.92129729729729737</c:v>
                </c:pt>
                <c:pt idx="36">
                  <c:v>0.92189473684210521</c:v>
                </c:pt>
                <c:pt idx="37">
                  <c:v>0.92446153846153845</c:v>
                </c:pt>
                <c:pt idx="38">
                  <c:v>0.92565000000000008</c:v>
                </c:pt>
                <c:pt idx="39">
                  <c:v>0.92458536585365869</c:v>
                </c:pt>
                <c:pt idx="40">
                  <c:v>0.92504761904761901</c:v>
                </c:pt>
                <c:pt idx="41">
                  <c:v>0.92818604651162795</c:v>
                </c:pt>
                <c:pt idx="42">
                  <c:v>0.9286363636363637</c:v>
                </c:pt>
                <c:pt idx="43">
                  <c:v>0.92928888888888894</c:v>
                </c:pt>
                <c:pt idx="44">
                  <c:v>0.93069565217391292</c:v>
                </c:pt>
                <c:pt idx="45">
                  <c:v>0.93055319148936166</c:v>
                </c:pt>
                <c:pt idx="46">
                  <c:v>0.93145833333333328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53C-4CAF-9A11-44A325E8F0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3977407"/>
        <c:axId val="443975327"/>
      </c:scatterChart>
      <c:valAx>
        <c:axId val="4439774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Iteração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43975327"/>
        <c:crosses val="autoZero"/>
        <c:crossBetween val="midCat"/>
      </c:valAx>
      <c:valAx>
        <c:axId val="443975327"/>
        <c:scaling>
          <c:orientation val="minMax"/>
          <c:min val="0.7000000000000000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Acurácia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4397740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Sheet1!$F$2:$F$31</cx:f>
        <cx:lvl ptCount="30" formatCode="Geral">
          <cx:pt idx="0">0.73529411764705888</cx:pt>
          <cx:pt idx="1">0.70588235294117652</cx:pt>
          <cx:pt idx="2">0.76470588235294112</cx:pt>
          <cx:pt idx="3">0.70588235294117652</cx:pt>
          <cx:pt idx="4">0.73529411764705888</cx:pt>
          <cx:pt idx="5">0.6470588235294118</cx:pt>
          <cx:pt idx="6">0.79411764705882348</cx:pt>
          <cx:pt idx="7">0.76470588235294112</cx:pt>
          <cx:pt idx="8">0.67647058823529416</cx:pt>
          <cx:pt idx="9">0.79411764705882348</cx:pt>
          <cx:pt idx="10">0.72727272727272729</cx:pt>
          <cx:pt idx="11">0.69696969696969702</cx:pt>
          <cx:pt idx="12">0.75757575757575757</cx:pt>
          <cx:pt idx="13">0.75757575757575757</cx:pt>
          <cx:pt idx="14">0.81818181818181823</cx:pt>
          <cx:pt idx="15">0.75757575757575757</cx:pt>
          <cx:pt idx="16">0.78787878787878785</cx:pt>
          <cx:pt idx="17">0.69696969696969702</cx:pt>
          <cx:pt idx="18">0.75757575757575757</cx:pt>
          <cx:pt idx="19">0.69696969696969702</cx:pt>
          <cx:pt idx="20">0.72727272727272729</cx:pt>
          <cx:pt idx="21">0.69696969696969702</cx:pt>
          <cx:pt idx="22">0.63636363636363635</cx:pt>
          <cx:pt idx="23">0.81818181818181823</cx:pt>
          <cx:pt idx="24">0.69696969696969702</cx:pt>
          <cx:pt idx="25">0.84848484848484851</cx:pt>
          <cx:pt idx="26">0.78787878787878785</cx:pt>
          <cx:pt idx="27">0.72727272727272729</cx:pt>
          <cx:pt idx="28">0.75757575757575757</cx:pt>
          <cx:pt idx="29">0.81818181818181823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pt-BR" sz="1400" b="0" i="0" u="none" strike="noStrike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libri"/>
              </a:rPr>
              <a:t>Box </a:t>
            </a:r>
            <a:r>
              <a:rPr lang="pt-BR" sz="1400" b="0" i="0" u="none" strike="noStrike" baseline="0" dirty="0" err="1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libri"/>
              </a:rPr>
              <a:t>Plot</a:t>
            </a:r>
            <a:r>
              <a:rPr lang="pt-BR" sz="1400" b="0" i="0" u="none" strike="noStrike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libri"/>
              </a:rPr>
              <a:t> da Acurácia de cada </a:t>
            </a:r>
            <a:r>
              <a:rPr lang="pt-BR" sz="1400" b="0" i="0" u="none" strike="noStrike" baseline="0" dirty="0" err="1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libri"/>
              </a:rPr>
              <a:t>Fold</a:t>
            </a:r>
            <a:endParaRPr lang="pt-BR" sz="1400" b="0" i="0" u="none" strike="noStrike" baseline="0" dirty="0">
              <a:solidFill>
                <a:sysClr val="windowText" lastClr="000000">
                  <a:lumMod val="65000"/>
                  <a:lumOff val="35000"/>
                </a:sysClr>
              </a:solidFill>
              <a:latin typeface="Calibri"/>
            </a:endParaRPr>
          </a:p>
        </cx:rich>
      </cx:tx>
    </cx:title>
    <cx:plotArea>
      <cx:plotAreaRegion>
        <cx:series layoutId="boxWhisker" uniqueId="{7A18547C-BAB8-417B-8786-F31F820F5D0F}">
          <cx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6350" cap="flat" cmpd="sng" algn="ctr">
              <a:solidFill>
                <a:schemeClr val="accent4"/>
              </a:solidFill>
              <a:prstDash val="solid"/>
              <a:miter lim="800000"/>
            </a:ln>
            <a:effectLst/>
          </cx:spPr>
          <cx:dataId val="0"/>
          <cx:layoutPr>
            <cx:visibility meanLine="0" meanMarker="1" nonoutliers="0" outliers="1"/>
            <cx:statistics quartileMethod="exclusive"/>
          </cx:layoutPr>
        </cx:series>
      </cx:plotAreaRegion>
      <cx:axis id="0" hidden="1">
        <cx:catScaling gapWidth="1"/>
        <cx:tickLabels/>
      </cx:axis>
      <cx:axis id="1">
        <cx:valScaling min="0.5"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colors7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colors8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9331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4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0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860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88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082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7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5/16/2023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03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27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229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7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30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ntimeter.com/app/presentation/alj8d1fdonkyjxa9hjiqu5qx7hw1cogi" TargetMode="External"/><Relationship Id="rId2" Type="http://schemas.openxmlformats.org/officeDocument/2006/relationships/hyperlink" Target="https://www.menti.com/almqmh9niu6v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book/10.1007/978-1-4842-5104-1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hyperlink" Target="https://mineracaodedados.files.wordpress.com/2012/04/the-crisp-dm-model-the-new-blueprint-for-data-mining-shearer-colin.pdf" TargetMode="Externa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fakenewsbr.com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hyperlink" Target="http://www.datascienceuniversity.net/" TargetMode="External"/><Relationship Id="rId7" Type="http://schemas.openxmlformats.org/officeDocument/2006/relationships/hyperlink" Target="mailto:ghdaru@ufpr.br" TargetMode="External"/><Relationship Id="rId2" Type="http://schemas.openxmlformats.org/officeDocument/2006/relationships/hyperlink" Target="http://www.fakenewsbr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ghdaru@usp.br" TargetMode="External"/><Relationship Id="rId5" Type="http://schemas.openxmlformats.org/officeDocument/2006/relationships/hyperlink" Target="mailto:ghdaru@gmail.com" TargetMode="External"/><Relationship Id="rId4" Type="http://schemas.openxmlformats.org/officeDocument/2006/relationships/hyperlink" Target="mailto:gilsiley.daru@neogrid.com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2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BC0616-1965-47B3-6780-A7077BD32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/>
              <a:t>Framework Humano-Computacional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C310B7-7536-5CB7-36A5-C793ECC98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Para Preparação Acelerada de Dados</a:t>
            </a:r>
          </a:p>
        </p:txBody>
      </p:sp>
      <p:sp>
        <p:nvSpPr>
          <p:cNvPr id="44" name="Rectangle 2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2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6216B408-566C-603D-8EDC-63DB1F927CAC}"/>
              </a:ext>
            </a:extLst>
          </p:cNvPr>
          <p:cNvSpPr txBox="1">
            <a:spLocks/>
          </p:cNvSpPr>
          <p:nvPr/>
        </p:nvSpPr>
        <p:spPr>
          <a:xfrm>
            <a:off x="552024" y="5825118"/>
            <a:ext cx="5013698" cy="10112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pt-BR" sz="1700"/>
              <a:t>Doutorando UFPR</a:t>
            </a:r>
          </a:p>
          <a:p>
            <a:pPr>
              <a:lnSpc>
                <a:spcPct val="90000"/>
              </a:lnSpc>
            </a:pPr>
            <a:r>
              <a:rPr lang="pt-BR" sz="1700"/>
              <a:t>Mestrnado USP</a:t>
            </a:r>
          </a:p>
          <a:p>
            <a:pPr>
              <a:lnSpc>
                <a:spcPct val="90000"/>
              </a:lnSpc>
            </a:pPr>
            <a:r>
              <a:rPr lang="pt-BR" sz="1700"/>
              <a:t>Especialista em Ciência de Dados - Neogrid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A2D25B3-5CDB-B2F5-2AE1-7F29BF210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075" y="556514"/>
            <a:ext cx="5550126" cy="552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144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15F004-D9F0-DF87-AC8A-52744870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D21800-34D1-D291-6231-36BDD5B47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388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F222C2-0450-EFA8-99FE-3C189CE10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Inteligência Artificial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C9D7F56-ACDA-BBB4-6F88-A31C22D98C86}"/>
              </a:ext>
            </a:extLst>
          </p:cNvPr>
          <p:cNvSpPr/>
          <p:nvPr/>
        </p:nvSpPr>
        <p:spPr>
          <a:xfrm>
            <a:off x="1995196" y="6460900"/>
            <a:ext cx="8070980" cy="331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Fonte: igti.com curso de engenheiro de </a:t>
            </a:r>
            <a:r>
              <a:rPr lang="pt-BR" dirty="0" err="1"/>
              <a:t>machine</a:t>
            </a:r>
            <a:r>
              <a:rPr lang="pt-BR" dirty="0"/>
              <a:t> </a:t>
            </a:r>
            <a:r>
              <a:rPr lang="pt-BR" dirty="0" err="1"/>
              <a:t>learning</a:t>
            </a:r>
            <a:endParaRPr lang="pt-BR" dirty="0"/>
          </a:p>
        </p:txBody>
      </p:sp>
      <p:pic>
        <p:nvPicPr>
          <p:cNvPr id="9" name="Espaço Reservado para Conteúdo 4">
            <a:extLst>
              <a:ext uri="{FF2B5EF4-FFF2-40B4-BE49-F238E27FC236}">
                <a16:creationId xmlns:a16="http://schemas.microsoft.com/office/drawing/2014/main" id="{D265A9DB-771D-927C-7938-52B4331A23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1395" y="1918889"/>
            <a:ext cx="7121421" cy="4351338"/>
          </a:xfrm>
        </p:spPr>
      </p:pic>
    </p:spTree>
    <p:extLst>
      <p:ext uri="{BB962C8B-B14F-4D97-AF65-F5344CB8AC3E}">
        <p14:creationId xmlns:p14="http://schemas.microsoft.com/office/powerpoint/2010/main" val="3670717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D6B4F-EF17-3772-6EBC-A487CF0D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de Máquina</a:t>
            </a:r>
          </a:p>
        </p:txBody>
      </p:sp>
      <p:pic>
        <p:nvPicPr>
          <p:cNvPr id="5122" name="Picture 2" descr="O aprendizado das máquinas: o que estamos ensinando a elas? - Deviante">
            <a:extLst>
              <a:ext uri="{FF2B5EF4-FFF2-40B4-BE49-F238E27FC236}">
                <a16:creationId xmlns:a16="http://schemas.microsoft.com/office/drawing/2014/main" id="{9B8DC9DE-FE9B-722E-0854-E127D25D02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586" y="2151517"/>
            <a:ext cx="6526937" cy="3694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9E5C6F2-8676-B137-6157-D892EF664F10}"/>
              </a:ext>
            </a:extLst>
          </p:cNvPr>
          <p:cNvSpPr/>
          <p:nvPr/>
        </p:nvSpPr>
        <p:spPr>
          <a:xfrm>
            <a:off x="2060510" y="5985588"/>
            <a:ext cx="8070980" cy="331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Fonte: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alura.com.br –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formação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em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Machine Learning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274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02C31-2673-8FAC-41A6-02C70021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DE MÁQUINA</a:t>
            </a:r>
          </a:p>
        </p:txBody>
      </p:sp>
      <p:pic>
        <p:nvPicPr>
          <p:cNvPr id="4098" name="Picture 2" descr="Fundo azul escuro com desenhos, palavras e fluxograma na cor branca. Da parte superior até a metade da imagem temos um fluxograma com 5 retângulos, sendo um retângulo principal e outros quatro menores ligados a ele. No retângulo principal, está escrito “Tipos de aprendizado de máquina”. Abaixo do retângulo principal temos os 4 retângulos contendo os termos “supervisionado”, “não-supervisionado”, “semi-supervisionado”, “por reforço”, sendo um em cada retângulo. Abaixo desse retângulos temos 4 ícones, da esquerda para a direita, da seguinte forma: o primeiro ícone é um gráfico com os eixos x e y e uma reta crescente na diagonal; o segundo ícone apresenta 4 círculos, com o desenho de bonecos até a parte da cintura, ligados entre si e a outros cinco círculos menores. O terceiro ícone é o mesmo desenho do primeiro e do segundo ícone separados por uma linha na diagonal. O quarto ícone é o desenho de um boneco em pé ao lado de 3 outros desenhos sobrepostos de uma lâmpada, um balão de fala e uma engrenagem. Abaixo de cada ícone temos os seguintes termos, da esquerda para a direita: “dados rotulados”, “dados não-rotulados”, “dados rotulados e não-rotulados”, “aprende com os erros”. No canto inferior direito da imagem temos a logomarca da Alura.">
            <a:extLst>
              <a:ext uri="{FF2B5EF4-FFF2-40B4-BE49-F238E27FC236}">
                <a16:creationId xmlns:a16="http://schemas.microsoft.com/office/drawing/2014/main" id="{F2513134-0C41-2F44-4061-BCC92BC182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134" y="2114195"/>
            <a:ext cx="6567310" cy="3694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2DAFD4E-4AFC-2ECE-5CED-F22117687032}"/>
              </a:ext>
            </a:extLst>
          </p:cNvPr>
          <p:cNvSpPr/>
          <p:nvPr/>
        </p:nvSpPr>
        <p:spPr>
          <a:xfrm>
            <a:off x="1856792" y="5892907"/>
            <a:ext cx="8070980" cy="331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Fonte: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alura.com.br –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formação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em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Machine Learning</a:t>
            </a:r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3943425-257B-7032-BDCC-E0D8D26CBD79}"/>
              </a:ext>
            </a:extLst>
          </p:cNvPr>
          <p:cNvSpPr/>
          <p:nvPr/>
        </p:nvSpPr>
        <p:spPr>
          <a:xfrm>
            <a:off x="2306972" y="3409056"/>
            <a:ext cx="1921079" cy="2399251"/>
          </a:xfrm>
          <a:prstGeom prst="round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247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D6B4F-EF17-3772-6EBC-A487CF0D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de Máquina</a:t>
            </a:r>
          </a:p>
        </p:txBody>
      </p:sp>
      <p:pic>
        <p:nvPicPr>
          <p:cNvPr id="8196" name="Picture 4" descr="Machine Learning: Conceitos e Modelos — Parte I: Aprendizado  Supervisionado* | by Tatiana Escovedo | Medium">
            <a:extLst>
              <a:ext uri="{FF2B5EF4-FFF2-40B4-BE49-F238E27FC236}">
                <a16:creationId xmlns:a16="http://schemas.microsoft.com/office/drawing/2014/main" id="{CEB907C3-79B1-9006-86C6-68BD7BE6FA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533" y="2478088"/>
            <a:ext cx="9678896" cy="3694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DC5E93D-E2D3-A563-180A-374B5DB82D8F}"/>
              </a:ext>
            </a:extLst>
          </p:cNvPr>
          <p:cNvSpPr/>
          <p:nvPr/>
        </p:nvSpPr>
        <p:spPr>
          <a:xfrm>
            <a:off x="2060510" y="6309360"/>
            <a:ext cx="8070980" cy="331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Fonte: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autor</a:t>
            </a: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CB58D82-B093-2FB3-73B5-717DCFBBD2FA}"/>
              </a:ext>
            </a:extLst>
          </p:cNvPr>
          <p:cNvSpPr/>
          <p:nvPr/>
        </p:nvSpPr>
        <p:spPr>
          <a:xfrm>
            <a:off x="1241571" y="2239861"/>
            <a:ext cx="3380763" cy="2399251"/>
          </a:xfrm>
          <a:prstGeom prst="round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598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20331-E9F2-169A-B0C9-A2AEDB8EA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CATEGORIA BISCOITO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6CF8D6-01E0-5707-6A8E-E3F9AF243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PROCURAR BISCOITO</a:t>
            </a:r>
          </a:p>
          <a:p>
            <a:pPr lvl="1"/>
            <a:r>
              <a:rPr lang="pt-BR" dirty="0"/>
              <a:t>BISCOITO DUX SALGADO 648G</a:t>
            </a:r>
          </a:p>
          <a:p>
            <a:pPr lvl="1"/>
            <a:r>
              <a:rPr lang="pt-BR" dirty="0"/>
              <a:t>BISCOITO CRACKERS DUX 216G</a:t>
            </a:r>
          </a:p>
          <a:p>
            <a:r>
              <a:rPr lang="pt-BR" dirty="0"/>
              <a:t>MAS ... </a:t>
            </a:r>
          </a:p>
          <a:p>
            <a:pPr lvl="1"/>
            <a:r>
              <a:rPr lang="pt-BR" dirty="0"/>
              <a:t>BISC LEITE MABEL 400G</a:t>
            </a:r>
          </a:p>
          <a:p>
            <a:pPr lvl="1"/>
            <a:r>
              <a:rPr lang="pt-BR" dirty="0"/>
              <a:t>BISC CRACKER MANT MARILAN 400G</a:t>
            </a:r>
          </a:p>
          <a:p>
            <a:r>
              <a:rPr lang="pt-BR" dirty="0"/>
              <a:t>OU</a:t>
            </a:r>
          </a:p>
          <a:p>
            <a:pPr lvl="1"/>
            <a:r>
              <a:rPr lang="pt-BR" dirty="0"/>
              <a:t>BISC.PARATI MARIA              PE 370GR</a:t>
            </a:r>
          </a:p>
          <a:p>
            <a:pPr lvl="1"/>
            <a:r>
              <a:rPr lang="pt-BR" dirty="0"/>
              <a:t>BOLACHAO MEL ANA JULIA 700G CHOCOLATE</a:t>
            </a:r>
          </a:p>
          <a:p>
            <a:pPr lvl="1"/>
            <a:r>
              <a:rPr lang="pt-BR" dirty="0"/>
              <a:t>BOLACHA PAPAGUARA MOTOR 400g</a:t>
            </a:r>
          </a:p>
        </p:txBody>
      </p:sp>
    </p:spTree>
    <p:extLst>
      <p:ext uri="{BB962C8B-B14F-4D97-AF65-F5344CB8AC3E}">
        <p14:creationId xmlns:p14="http://schemas.microsoft.com/office/powerpoint/2010/main" val="366518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20331-E9F2-169A-B0C9-A2AEDB8EA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CATEGORIA BISCOITO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6CF8D6-01E0-5707-6A8E-E3F9AF243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 TEM OUTRAS PALAVRAS CHAVES</a:t>
            </a:r>
          </a:p>
          <a:p>
            <a:pPr lvl="1"/>
            <a:r>
              <a:rPr lang="pt-BR" dirty="0"/>
              <a:t>COOKIE INT BAUDUCCO AVEIA PASSAS 40G</a:t>
            </a:r>
          </a:p>
          <a:p>
            <a:pPr lvl="1"/>
            <a:r>
              <a:rPr lang="es-ES" dirty="0"/>
              <a:t>COOKIES GRAN CASTANH PARA KOBBER 150G</a:t>
            </a:r>
          </a:p>
          <a:p>
            <a:r>
              <a:rPr lang="es-ES" dirty="0"/>
              <a:t>E BISCOITO QUE NÃO É BISCOITO</a:t>
            </a:r>
          </a:p>
          <a:p>
            <a:pPr lvl="1"/>
            <a:r>
              <a:rPr lang="pt-BR" dirty="0"/>
              <a:t>BISC PET CRACKER FORTAL 400G</a:t>
            </a:r>
          </a:p>
          <a:p>
            <a:pPr lvl="1"/>
            <a:r>
              <a:rPr lang="pt-BR" dirty="0"/>
              <a:t>BISC PET DOG CROCK 500G</a:t>
            </a:r>
            <a:endParaRPr lang="es-ES" dirty="0"/>
          </a:p>
          <a:p>
            <a:pPr lvl="1"/>
            <a:r>
              <a:rPr lang="pt-BR" dirty="0"/>
              <a:t>BISC LACTA BIS FLOWP 126G, LAKA BCO</a:t>
            </a:r>
            <a:endParaRPr lang="es-ES" dirty="0"/>
          </a:p>
          <a:p>
            <a:pPr lvl="1"/>
            <a:r>
              <a:rPr lang="pt-BR" dirty="0"/>
              <a:t>CESTA SUPREME BISCOITO LIMAO 100G</a:t>
            </a:r>
          </a:p>
        </p:txBody>
      </p:sp>
      <p:pic>
        <p:nvPicPr>
          <p:cNvPr id="3074" name="Picture 2" descr="Não é bolacha é biscoito - camisa camiseta divertida engraçada  personalizada 100% algodão tshirt | Shopee Brasil">
            <a:extLst>
              <a:ext uri="{FF2B5EF4-FFF2-40B4-BE49-F238E27FC236}">
                <a16:creationId xmlns:a16="http://schemas.microsoft.com/office/drawing/2014/main" id="{4ADA183B-2207-DF33-0CE7-F200B6F7F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253" y="3323564"/>
            <a:ext cx="2985796" cy="2985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96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321E7-BD90-5182-A1B2-F2564537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0" i="0" dirty="0" err="1">
                <a:solidFill>
                  <a:srgbClr val="252B36"/>
                </a:solidFill>
                <a:effectLst/>
                <a:latin typeface="MentiText"/>
              </a:rPr>
              <a:t>Cadastre</a:t>
            </a:r>
            <a:r>
              <a:rPr lang="en-US" sz="4000" b="0" i="0" dirty="0">
                <a:solidFill>
                  <a:srgbClr val="252B36"/>
                </a:solidFill>
                <a:effectLst/>
                <a:latin typeface="MentiText"/>
              </a:rPr>
              <a:t> o item: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2FFD22-A698-BE8E-76DA-7DE32B449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Como Acessar:</a:t>
            </a:r>
          </a:p>
          <a:p>
            <a:r>
              <a:rPr lang="en-US" sz="2800" b="0" i="0" dirty="0">
                <a:solidFill>
                  <a:srgbClr val="BF3F7E"/>
                </a:solidFill>
                <a:effectLst/>
                <a:latin typeface="MentiTex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QR CODE – </a:t>
            </a:r>
            <a:r>
              <a:rPr lang="en-US" sz="2800" b="0" i="0" dirty="0" err="1">
                <a:solidFill>
                  <a:srgbClr val="BF3F7E"/>
                </a:solidFill>
                <a:effectLst/>
                <a:latin typeface="MentiTex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ao</a:t>
            </a:r>
            <a:r>
              <a:rPr lang="en-US" sz="2800" b="0" i="0" dirty="0">
                <a:solidFill>
                  <a:srgbClr val="BF3F7E"/>
                </a:solidFill>
                <a:effectLst/>
                <a:latin typeface="MentiTex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800" b="0" i="0" dirty="0" err="1">
                <a:solidFill>
                  <a:srgbClr val="BF3F7E"/>
                </a:solidFill>
                <a:effectLst/>
                <a:latin typeface="MentiTex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lado</a:t>
            </a:r>
            <a:endParaRPr lang="en-US" sz="2800" b="0" i="0" dirty="0">
              <a:solidFill>
                <a:srgbClr val="BF3F7E"/>
              </a:solidFill>
              <a:effectLst/>
              <a:latin typeface="MentiText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800" b="0" i="0" dirty="0" err="1">
                <a:solidFill>
                  <a:srgbClr val="BF3F7E"/>
                </a:solidFill>
                <a:effectLst/>
                <a:latin typeface="MentiTex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Acesse</a:t>
            </a:r>
            <a:r>
              <a:rPr lang="en-US" sz="2800" b="0" i="0" dirty="0">
                <a:solidFill>
                  <a:srgbClr val="BF3F7E"/>
                </a:solidFill>
                <a:effectLst/>
                <a:latin typeface="MentiTex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www.menti.com e utilize o Código</a:t>
            </a:r>
            <a:r>
              <a:rPr lang="en-US" sz="2800" b="0" i="0" dirty="0">
                <a:effectLst/>
                <a:latin typeface="MentiTex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pt-BR" sz="2000" b="1" i="0" dirty="0">
                <a:effectLst/>
                <a:latin typeface="MentiText"/>
              </a:rPr>
              <a:t>1492 8658</a:t>
            </a:r>
            <a:endParaRPr lang="en-US" sz="2800" b="0" i="0" dirty="0">
              <a:effectLst/>
              <a:latin typeface="MentiText"/>
              <a:hlinkClick r:id="rId2"/>
            </a:endParaRPr>
          </a:p>
          <a:p>
            <a:r>
              <a:rPr lang="en-US" sz="2800" b="0" i="0" dirty="0">
                <a:solidFill>
                  <a:srgbClr val="252B36"/>
                </a:solidFill>
                <a:effectLst/>
                <a:latin typeface="MentiText"/>
                <a:hlinkClick r:id="rId2"/>
              </a:rPr>
              <a:t>https://www.menti.com/almqmh9niu6v</a:t>
            </a:r>
            <a:endParaRPr lang="en-US" sz="2800" b="0" i="0" dirty="0">
              <a:solidFill>
                <a:srgbClr val="252B36"/>
              </a:solidFill>
              <a:effectLst/>
              <a:latin typeface="MentiText"/>
            </a:endParaRPr>
          </a:p>
          <a:p>
            <a:r>
              <a:rPr lang="pt-BR" sz="6000">
                <a:hlinkClick r:id="rId3"/>
              </a:rPr>
              <a:t>Resultado</a:t>
            </a:r>
            <a:endParaRPr lang="pt-BR" sz="6000" dirty="0"/>
          </a:p>
          <a:p>
            <a:endParaRPr lang="pt-BR" sz="60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381DD0F-9B63-E748-5951-17558082E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480" y="3848927"/>
            <a:ext cx="3091140" cy="291870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E55F720-8ED7-FA46-F1B7-867C412DF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704" y="685800"/>
            <a:ext cx="5134692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940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CE7811-5D61-CD7D-0C63-53776943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o problema?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2E4A76-79D4-F18E-CFEB-4131B3026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4800" dirty="0"/>
              <a:t>QUALIDADE DE DADOS</a:t>
            </a:r>
          </a:p>
          <a:p>
            <a:pPr marL="0" indent="0">
              <a:buNone/>
            </a:pPr>
            <a:endParaRPr lang="pt-BR" sz="4800" dirty="0"/>
          </a:p>
          <a:p>
            <a:r>
              <a:rPr lang="pt-BR" sz="4800" dirty="0"/>
              <a:t>ESFORÇO PARA CATEGORIZAÇÃO</a:t>
            </a:r>
          </a:p>
        </p:txBody>
      </p:sp>
    </p:spTree>
    <p:extLst>
      <p:ext uri="{BB962C8B-B14F-4D97-AF65-F5344CB8AC3E}">
        <p14:creationId xmlns:p14="http://schemas.microsoft.com/office/powerpoint/2010/main" val="262377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23338-6800-E3F6-7D6E-0F943B1A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Quanto de Esforço? BASE NOVA</a:t>
            </a:r>
          </a:p>
        </p:txBody>
      </p:sp>
      <p:pic>
        <p:nvPicPr>
          <p:cNvPr id="2052" name="Picture 4" descr="Data Science for Business">
            <a:extLst>
              <a:ext uri="{FF2B5EF4-FFF2-40B4-BE49-F238E27FC236}">
                <a16:creationId xmlns:a16="http://schemas.microsoft.com/office/drawing/2014/main" id="{E29E30C6-6BB6-6760-B5B2-CFD4FFAE5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9894" y="1442365"/>
            <a:ext cx="238125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hlinkClick r:id="rId3"/>
            <a:extLst>
              <a:ext uri="{FF2B5EF4-FFF2-40B4-BE49-F238E27FC236}">
                <a16:creationId xmlns:a16="http://schemas.microsoft.com/office/drawing/2014/main" id="{05A0F9BE-FD08-BB1D-8B50-26180D867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816" y="2038734"/>
            <a:ext cx="828791" cy="1190791"/>
          </a:xfrm>
          <a:prstGeom prst="rect">
            <a:avLst/>
          </a:prstGeom>
        </p:spPr>
      </p:pic>
      <p:pic>
        <p:nvPicPr>
          <p:cNvPr id="7" name="Imagem 6">
            <a:hlinkClick r:id="rId5"/>
            <a:extLst>
              <a:ext uri="{FF2B5EF4-FFF2-40B4-BE49-F238E27FC236}">
                <a16:creationId xmlns:a16="http://schemas.microsoft.com/office/drawing/2014/main" id="{05951979-B9EC-1DBC-05F5-A0DA9ED721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649066"/>
            <a:ext cx="4915586" cy="1962424"/>
          </a:xfrm>
          <a:prstGeom prst="rect">
            <a:avLst/>
          </a:prstGeom>
        </p:spPr>
      </p:pic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9D8110DB-1883-7B83-0067-BF7517D02EAD}"/>
              </a:ext>
            </a:extLst>
          </p:cNvPr>
          <p:cNvSpPr/>
          <p:nvPr/>
        </p:nvSpPr>
        <p:spPr>
          <a:xfrm>
            <a:off x="1182512" y="1902476"/>
            <a:ext cx="541176" cy="690209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Fluxograma: Disco Magnético 8">
            <a:extLst>
              <a:ext uri="{FF2B5EF4-FFF2-40B4-BE49-F238E27FC236}">
                <a16:creationId xmlns:a16="http://schemas.microsoft.com/office/drawing/2014/main" id="{5CC008F0-C879-B462-4F17-946B53F91A6C}"/>
              </a:ext>
            </a:extLst>
          </p:cNvPr>
          <p:cNvSpPr/>
          <p:nvPr/>
        </p:nvSpPr>
        <p:spPr>
          <a:xfrm>
            <a:off x="419449" y="2622484"/>
            <a:ext cx="1988359" cy="578840"/>
          </a:xfrm>
          <a:prstGeom prst="flowChartMagneticDisk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OBTER</a:t>
            </a:r>
          </a:p>
        </p:txBody>
      </p:sp>
      <p:sp>
        <p:nvSpPr>
          <p:cNvPr id="12" name="Fluxograma: Disco Magnético 11">
            <a:extLst>
              <a:ext uri="{FF2B5EF4-FFF2-40B4-BE49-F238E27FC236}">
                <a16:creationId xmlns:a16="http://schemas.microsoft.com/office/drawing/2014/main" id="{6CBD8281-D40B-FBF2-0C05-ABF764ED3272}"/>
              </a:ext>
            </a:extLst>
          </p:cNvPr>
          <p:cNvSpPr/>
          <p:nvPr/>
        </p:nvSpPr>
        <p:spPr>
          <a:xfrm>
            <a:off x="419449" y="3293520"/>
            <a:ext cx="1988359" cy="578840"/>
          </a:xfrm>
          <a:prstGeom prst="flowChartMagneticDisk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LIMPAR</a:t>
            </a:r>
          </a:p>
        </p:txBody>
      </p:sp>
      <p:sp>
        <p:nvSpPr>
          <p:cNvPr id="13" name="Fluxograma: Disco Magnético 12">
            <a:extLst>
              <a:ext uri="{FF2B5EF4-FFF2-40B4-BE49-F238E27FC236}">
                <a16:creationId xmlns:a16="http://schemas.microsoft.com/office/drawing/2014/main" id="{8D7A3359-14A3-4C07-BE23-004B19287BFC}"/>
              </a:ext>
            </a:extLst>
          </p:cNvPr>
          <p:cNvSpPr/>
          <p:nvPr/>
        </p:nvSpPr>
        <p:spPr>
          <a:xfrm>
            <a:off x="436059" y="3930830"/>
            <a:ext cx="1988359" cy="578840"/>
          </a:xfrm>
          <a:prstGeom prst="flowChartMagneticDisk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VISUALIZAR</a:t>
            </a:r>
          </a:p>
        </p:txBody>
      </p:sp>
      <p:sp>
        <p:nvSpPr>
          <p:cNvPr id="14" name="Fluxograma: Disco Magnético 13">
            <a:extLst>
              <a:ext uri="{FF2B5EF4-FFF2-40B4-BE49-F238E27FC236}">
                <a16:creationId xmlns:a16="http://schemas.microsoft.com/office/drawing/2014/main" id="{143C1D25-63AF-06F8-1BEB-72C5ED04E1D8}"/>
              </a:ext>
            </a:extLst>
          </p:cNvPr>
          <p:cNvSpPr/>
          <p:nvPr/>
        </p:nvSpPr>
        <p:spPr>
          <a:xfrm>
            <a:off x="436059" y="4549405"/>
            <a:ext cx="1988359" cy="578840"/>
          </a:xfrm>
          <a:prstGeom prst="flowChartMagneticDisk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MODELAR</a:t>
            </a:r>
          </a:p>
        </p:txBody>
      </p:sp>
      <p:sp>
        <p:nvSpPr>
          <p:cNvPr id="15" name="Fluxograma: Disco Magnético 14">
            <a:extLst>
              <a:ext uri="{FF2B5EF4-FFF2-40B4-BE49-F238E27FC236}">
                <a16:creationId xmlns:a16="http://schemas.microsoft.com/office/drawing/2014/main" id="{EA05AB84-D8F8-5F9D-C7C3-FD0A2D4F51DE}"/>
              </a:ext>
            </a:extLst>
          </p:cNvPr>
          <p:cNvSpPr/>
          <p:nvPr/>
        </p:nvSpPr>
        <p:spPr>
          <a:xfrm>
            <a:off x="436226" y="5191849"/>
            <a:ext cx="1988359" cy="578840"/>
          </a:xfrm>
          <a:prstGeom prst="flowChartMagneticDisk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INTERPRETAR</a:t>
            </a:r>
          </a:p>
        </p:txBody>
      </p:sp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748026C3-96C1-18F7-2EA6-A0FD525B0371}"/>
              </a:ext>
            </a:extLst>
          </p:cNvPr>
          <p:cNvSpPr/>
          <p:nvPr/>
        </p:nvSpPr>
        <p:spPr>
          <a:xfrm>
            <a:off x="1157513" y="5825852"/>
            <a:ext cx="541176" cy="690209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4A59E0A-E8BF-CF50-A7B5-A51489BFF5E8}"/>
              </a:ext>
            </a:extLst>
          </p:cNvPr>
          <p:cNvSpPr/>
          <p:nvPr/>
        </p:nvSpPr>
        <p:spPr>
          <a:xfrm>
            <a:off x="2600587" y="2709644"/>
            <a:ext cx="1551963" cy="11627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+70%</a:t>
            </a:r>
          </a:p>
        </p:txBody>
      </p:sp>
    </p:spTree>
    <p:extLst>
      <p:ext uri="{BB962C8B-B14F-4D97-AF65-F5344CB8AC3E}">
        <p14:creationId xmlns:p14="http://schemas.microsoft.com/office/powerpoint/2010/main" val="142853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34A71-3077-3E05-B6CE-49B9A05D6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SANEAMENTO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A0B5BD-69D6-785C-3907-E0E0E63AD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FAKENEWSBR</a:t>
            </a:r>
            <a:r>
              <a:rPr lang="pt-BR" dirty="0"/>
              <a:t> – 3 Meses de trabalho.  7200 Notícias.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Case Particular – 6 Meses de trabalho +170k</a:t>
            </a:r>
          </a:p>
        </p:txBody>
      </p:sp>
    </p:spTree>
    <p:extLst>
      <p:ext uri="{BB962C8B-B14F-4D97-AF65-F5344CB8AC3E}">
        <p14:creationId xmlns:p14="http://schemas.microsoft.com/office/powerpoint/2010/main" val="949303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05EDD-859A-B918-7668-9CE2DE44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 SOLUÇÃO: Aprendizado Ativo</a:t>
            </a:r>
            <a:br>
              <a:rPr lang="pt-BR" dirty="0"/>
            </a:br>
            <a:endParaRPr lang="pt-BR" dirty="0"/>
          </a:p>
        </p:txBody>
      </p:sp>
      <p:sp>
        <p:nvSpPr>
          <p:cNvPr id="5" name="Fluxograma: Disco Magnético 4">
            <a:extLst>
              <a:ext uri="{FF2B5EF4-FFF2-40B4-BE49-F238E27FC236}">
                <a16:creationId xmlns:a16="http://schemas.microsoft.com/office/drawing/2014/main" id="{D1D6FEEC-1B81-0A39-50ED-941EB834AECA}"/>
              </a:ext>
            </a:extLst>
          </p:cNvPr>
          <p:cNvSpPr/>
          <p:nvPr/>
        </p:nvSpPr>
        <p:spPr>
          <a:xfrm>
            <a:off x="1706958" y="3629148"/>
            <a:ext cx="1468073" cy="117957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Conjunto de Dados Treinados</a:t>
            </a:r>
          </a:p>
        </p:txBody>
      </p:sp>
      <p:pic>
        <p:nvPicPr>
          <p:cNvPr id="7" name="Gráfico 6" descr="Homem com preenchimento sólido">
            <a:extLst>
              <a:ext uri="{FF2B5EF4-FFF2-40B4-BE49-F238E27FC236}">
                <a16:creationId xmlns:a16="http://schemas.microsoft.com/office/drawing/2014/main" id="{90C9B7FD-7843-74E8-1981-8E1107421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6960" y="4411715"/>
            <a:ext cx="1793846" cy="1793846"/>
          </a:xfrm>
          <a:prstGeom prst="rect">
            <a:avLst/>
          </a:prstGeom>
        </p:spPr>
      </p:pic>
      <p:sp>
        <p:nvSpPr>
          <p:cNvPr id="8" name="Fluxograma: Disco Magnético 7">
            <a:extLst>
              <a:ext uri="{FF2B5EF4-FFF2-40B4-BE49-F238E27FC236}">
                <a16:creationId xmlns:a16="http://schemas.microsoft.com/office/drawing/2014/main" id="{739AAB74-5BF1-CD53-D65D-8460054638A3}"/>
              </a:ext>
            </a:extLst>
          </p:cNvPr>
          <p:cNvSpPr/>
          <p:nvPr/>
        </p:nvSpPr>
        <p:spPr>
          <a:xfrm>
            <a:off x="8299908" y="3615634"/>
            <a:ext cx="1468073" cy="117957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Conjunto de Dados Cru</a:t>
            </a:r>
          </a:p>
        </p:txBody>
      </p:sp>
      <p:sp>
        <p:nvSpPr>
          <p:cNvPr id="9" name="Seta: Dobrada 8">
            <a:extLst>
              <a:ext uri="{FF2B5EF4-FFF2-40B4-BE49-F238E27FC236}">
                <a16:creationId xmlns:a16="http://schemas.microsoft.com/office/drawing/2014/main" id="{F9D225A7-AC6F-3D72-E922-3385490D7433}"/>
              </a:ext>
            </a:extLst>
          </p:cNvPr>
          <p:cNvSpPr/>
          <p:nvPr/>
        </p:nvSpPr>
        <p:spPr>
          <a:xfrm>
            <a:off x="2323169" y="2362519"/>
            <a:ext cx="1140903" cy="93747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Ensinar</a:t>
            </a:r>
          </a:p>
        </p:txBody>
      </p:sp>
      <p:sp>
        <p:nvSpPr>
          <p:cNvPr id="10" name="Seta: Dobrada 9">
            <a:extLst>
              <a:ext uri="{FF2B5EF4-FFF2-40B4-BE49-F238E27FC236}">
                <a16:creationId xmlns:a16="http://schemas.microsoft.com/office/drawing/2014/main" id="{6458A28D-A75B-DC30-2B1E-2B8D7985A6B5}"/>
              </a:ext>
            </a:extLst>
          </p:cNvPr>
          <p:cNvSpPr/>
          <p:nvPr/>
        </p:nvSpPr>
        <p:spPr>
          <a:xfrm rot="10800000">
            <a:off x="8083694" y="5001438"/>
            <a:ext cx="1149292" cy="117957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1A30F44-81D3-A43A-FA8B-1A77087670DA}"/>
              </a:ext>
            </a:extLst>
          </p:cNvPr>
          <p:cNvSpPr txBox="1"/>
          <p:nvPr/>
        </p:nvSpPr>
        <p:spPr>
          <a:xfrm>
            <a:off x="8531104" y="5489020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Selecionar Instâncias</a:t>
            </a:r>
          </a:p>
        </p:txBody>
      </p:sp>
      <p:sp>
        <p:nvSpPr>
          <p:cNvPr id="12" name="Seta: Dobrada 11">
            <a:extLst>
              <a:ext uri="{FF2B5EF4-FFF2-40B4-BE49-F238E27FC236}">
                <a16:creationId xmlns:a16="http://schemas.microsoft.com/office/drawing/2014/main" id="{1CA563BE-1320-8F74-A8D7-D724F5D440DF}"/>
              </a:ext>
            </a:extLst>
          </p:cNvPr>
          <p:cNvSpPr/>
          <p:nvPr/>
        </p:nvSpPr>
        <p:spPr>
          <a:xfrm rot="16200000">
            <a:off x="2379676" y="4895470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5C6ABD-DEB2-3465-690C-FC25E0CC65E5}"/>
              </a:ext>
            </a:extLst>
          </p:cNvPr>
          <p:cNvSpPr txBox="1"/>
          <p:nvPr/>
        </p:nvSpPr>
        <p:spPr>
          <a:xfrm>
            <a:off x="2598304" y="5368333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Incorporar</a:t>
            </a:r>
          </a:p>
        </p:txBody>
      </p:sp>
      <p:sp>
        <p:nvSpPr>
          <p:cNvPr id="14" name="Seta: Dobrada 13">
            <a:extLst>
              <a:ext uri="{FF2B5EF4-FFF2-40B4-BE49-F238E27FC236}">
                <a16:creationId xmlns:a16="http://schemas.microsoft.com/office/drawing/2014/main" id="{549D8991-C9EE-936A-709E-7A957954BF62}"/>
              </a:ext>
            </a:extLst>
          </p:cNvPr>
          <p:cNvSpPr/>
          <p:nvPr/>
        </p:nvSpPr>
        <p:spPr>
          <a:xfrm rot="5400000">
            <a:off x="8245560" y="2344604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A6E5BD9-265D-D14C-7BF9-515336C5D6B5}"/>
              </a:ext>
            </a:extLst>
          </p:cNvPr>
          <p:cNvSpPr txBox="1"/>
          <p:nvPr/>
        </p:nvSpPr>
        <p:spPr>
          <a:xfrm>
            <a:off x="8531104" y="265313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Predizer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6AFBB2-65A7-B687-049F-DFC70AACE43E}"/>
              </a:ext>
            </a:extLst>
          </p:cNvPr>
          <p:cNvSpPr txBox="1"/>
          <p:nvPr/>
        </p:nvSpPr>
        <p:spPr>
          <a:xfrm>
            <a:off x="5295226" y="6205561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Oráculo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19B7079-26BD-A6F1-B8CB-98F6A4658333}"/>
              </a:ext>
            </a:extLst>
          </p:cNvPr>
          <p:cNvSpPr/>
          <p:nvPr/>
        </p:nvSpPr>
        <p:spPr>
          <a:xfrm>
            <a:off x="2060510" y="6496960"/>
            <a:ext cx="8070980" cy="331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Fonte: Adaptado de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Settles, B. (2009). Active learning literature survey.</a:t>
            </a:r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504CCC2-5026-0FD1-2815-933015DB1F26}"/>
              </a:ext>
            </a:extLst>
          </p:cNvPr>
          <p:cNvSpPr/>
          <p:nvPr/>
        </p:nvSpPr>
        <p:spPr>
          <a:xfrm>
            <a:off x="4494562" y="2114050"/>
            <a:ext cx="2558642" cy="937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Modelo de Aprendizado</a:t>
            </a:r>
          </a:p>
        </p:txBody>
      </p:sp>
    </p:spTree>
    <p:extLst>
      <p:ext uri="{BB962C8B-B14F-4D97-AF65-F5344CB8AC3E}">
        <p14:creationId xmlns:p14="http://schemas.microsoft.com/office/powerpoint/2010/main" val="4241653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27F7F-84C8-F2C7-F7D4-715D0DA61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6A17DF-189B-AA25-2F8B-A663C3573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Dado uma descrição dizer qual a categoria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BISC CREAM CRACKER </a:t>
            </a:r>
            <a:r>
              <a:rPr lang="pt-BR" dirty="0">
                <a:sym typeface="Wingdings" panose="05000000000000000000" pitchFamily="2" charset="2"/>
              </a:rPr>
              <a:t> BISCOITO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COCA-COLA 350ML 2LT  REFRIGERANTE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REFRI 220 V 350 L  PEQUENOS DOMÉSTICOS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8836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56F40-073A-B315-513B-D5E7E5C20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Base Inicial</a:t>
            </a:r>
          </a:p>
        </p:txBody>
      </p:sp>
      <p:sp>
        <p:nvSpPr>
          <p:cNvPr id="4" name="Fluxograma: Disco Magnético 3">
            <a:extLst>
              <a:ext uri="{FF2B5EF4-FFF2-40B4-BE49-F238E27FC236}">
                <a16:creationId xmlns:a16="http://schemas.microsoft.com/office/drawing/2014/main" id="{09DCC8FD-B92F-281B-2E5E-05EED7229F82}"/>
              </a:ext>
            </a:extLst>
          </p:cNvPr>
          <p:cNvSpPr/>
          <p:nvPr/>
        </p:nvSpPr>
        <p:spPr>
          <a:xfrm>
            <a:off x="369116" y="2459374"/>
            <a:ext cx="1996579" cy="248174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r>
              <a:rPr lang="pt-BR" dirty="0"/>
              <a:t>BASE DO ESTUDO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180k </a:t>
            </a:r>
          </a:p>
          <a:p>
            <a:pPr algn="ctr"/>
            <a:r>
              <a:rPr lang="pt-BR" dirty="0"/>
              <a:t>Rotulados</a:t>
            </a: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C2E4F433-B0F1-280F-DC69-821C5173D23E}"/>
              </a:ext>
            </a:extLst>
          </p:cNvPr>
          <p:cNvSpPr/>
          <p:nvPr/>
        </p:nvSpPr>
        <p:spPr>
          <a:xfrm>
            <a:off x="2608976" y="3724712"/>
            <a:ext cx="1342239" cy="5285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Fluxograma: Disco Magnético 5">
            <a:extLst>
              <a:ext uri="{FF2B5EF4-FFF2-40B4-BE49-F238E27FC236}">
                <a16:creationId xmlns:a16="http://schemas.microsoft.com/office/drawing/2014/main" id="{911F50EC-9FC2-6755-2673-BA9A0C953DC7}"/>
              </a:ext>
            </a:extLst>
          </p:cNvPr>
          <p:cNvSpPr/>
          <p:nvPr/>
        </p:nvSpPr>
        <p:spPr>
          <a:xfrm>
            <a:off x="4296562" y="2459373"/>
            <a:ext cx="1996579" cy="126533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Base de Validação</a:t>
            </a:r>
          </a:p>
          <a:p>
            <a:pPr algn="ctr"/>
            <a:r>
              <a:rPr lang="pt-BR" dirty="0"/>
              <a:t>60k Rotulados</a:t>
            </a:r>
          </a:p>
          <a:p>
            <a:pPr algn="ctr"/>
            <a:endParaRPr lang="pt-BR" dirty="0"/>
          </a:p>
        </p:txBody>
      </p:sp>
      <p:sp>
        <p:nvSpPr>
          <p:cNvPr id="7" name="Fluxograma: Disco Magnético 6">
            <a:extLst>
              <a:ext uri="{FF2B5EF4-FFF2-40B4-BE49-F238E27FC236}">
                <a16:creationId xmlns:a16="http://schemas.microsoft.com/office/drawing/2014/main" id="{DAA208E1-C294-BF47-B068-BD89D538AC9F}"/>
              </a:ext>
            </a:extLst>
          </p:cNvPr>
          <p:cNvSpPr/>
          <p:nvPr/>
        </p:nvSpPr>
        <p:spPr>
          <a:xfrm>
            <a:off x="4296562" y="3931865"/>
            <a:ext cx="1996579" cy="2326323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Base para Estudo da Técnica</a:t>
            </a:r>
          </a:p>
          <a:p>
            <a:pPr algn="ctr"/>
            <a:r>
              <a:rPr lang="pt-BR" dirty="0"/>
              <a:t>120k Rotulados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A8A22101-B77A-8D77-8C2B-FE1968002F3E}"/>
              </a:ext>
            </a:extLst>
          </p:cNvPr>
          <p:cNvSpPr/>
          <p:nvPr/>
        </p:nvSpPr>
        <p:spPr>
          <a:xfrm>
            <a:off x="6451134" y="5603846"/>
            <a:ext cx="796954" cy="243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Fluxograma: Disco Magnético 8">
            <a:extLst>
              <a:ext uri="{FF2B5EF4-FFF2-40B4-BE49-F238E27FC236}">
                <a16:creationId xmlns:a16="http://schemas.microsoft.com/office/drawing/2014/main" id="{16B5B0BE-4561-3C42-4A4E-0D86E87A1303}"/>
              </a:ext>
            </a:extLst>
          </p:cNvPr>
          <p:cNvSpPr/>
          <p:nvPr/>
        </p:nvSpPr>
        <p:spPr>
          <a:xfrm>
            <a:off x="7406081" y="5755748"/>
            <a:ext cx="2333537" cy="24328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Semente (1000)</a:t>
            </a:r>
          </a:p>
        </p:txBody>
      </p:sp>
      <p:sp>
        <p:nvSpPr>
          <p:cNvPr id="10" name="Fluxograma: Disco Magnético 9">
            <a:extLst>
              <a:ext uri="{FF2B5EF4-FFF2-40B4-BE49-F238E27FC236}">
                <a16:creationId xmlns:a16="http://schemas.microsoft.com/office/drawing/2014/main" id="{971A6AD6-AAFA-12ED-8A1D-5F44A7EBD29C}"/>
              </a:ext>
            </a:extLst>
          </p:cNvPr>
          <p:cNvSpPr/>
          <p:nvPr/>
        </p:nvSpPr>
        <p:spPr>
          <a:xfrm>
            <a:off x="7406081" y="3931864"/>
            <a:ext cx="2409038" cy="167198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Base “não rotulada”</a:t>
            </a:r>
          </a:p>
        </p:txBody>
      </p:sp>
    </p:spTree>
    <p:extLst>
      <p:ext uri="{BB962C8B-B14F-4D97-AF65-F5344CB8AC3E}">
        <p14:creationId xmlns:p14="http://schemas.microsoft.com/office/powerpoint/2010/main" val="496642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152C9-3B17-4BF3-0F22-80B3ABD90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de Aprendizado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DC931A-7204-E6D5-F312-462C1B98D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Linguagem Python</a:t>
            </a:r>
          </a:p>
          <a:p>
            <a:r>
              <a:rPr lang="pt-BR" dirty="0" err="1"/>
              <a:t>Scikit</a:t>
            </a:r>
            <a:r>
              <a:rPr lang="pt-BR" dirty="0"/>
              <a:t> Learning, biblioteca própria</a:t>
            </a:r>
          </a:p>
          <a:p>
            <a:r>
              <a:rPr lang="pt-BR" dirty="0" err="1"/>
              <a:t>Vectorização</a:t>
            </a:r>
            <a:r>
              <a:rPr lang="pt-BR" dirty="0"/>
              <a:t>: </a:t>
            </a:r>
            <a:r>
              <a:rPr lang="pt-BR" dirty="0" err="1"/>
              <a:t>BagOfWords</a:t>
            </a:r>
            <a:endParaRPr lang="pt-BR" dirty="0"/>
          </a:p>
          <a:p>
            <a:r>
              <a:rPr lang="pt-BR" dirty="0"/>
              <a:t>Vocabulário: Base Completa (evita out </a:t>
            </a:r>
            <a:r>
              <a:rPr lang="pt-BR" dirty="0" err="1"/>
              <a:t>of</a:t>
            </a:r>
            <a:r>
              <a:rPr lang="pt-BR" dirty="0"/>
              <a:t> stock)</a:t>
            </a:r>
          </a:p>
          <a:p>
            <a:r>
              <a:rPr lang="pt-BR" dirty="0"/>
              <a:t>Algoritmo: Regressão Logística C=100 otimizador Saga</a:t>
            </a:r>
          </a:p>
          <a:p>
            <a:r>
              <a:rPr lang="pt-BR" dirty="0"/>
              <a:t>Resultado com K-</a:t>
            </a:r>
            <a:r>
              <a:rPr lang="pt-BR" dirty="0" err="1"/>
              <a:t>Fold</a:t>
            </a:r>
            <a:r>
              <a:rPr lang="pt-BR" dirty="0"/>
              <a:t> = 3</a:t>
            </a:r>
          </a:p>
          <a:p>
            <a:pPr lvl="1"/>
            <a:r>
              <a:rPr lang="pt-BR" dirty="0"/>
              <a:t>Acurácia: 95%</a:t>
            </a:r>
          </a:p>
        </p:txBody>
      </p:sp>
    </p:spTree>
    <p:extLst>
      <p:ext uri="{BB962C8B-B14F-4D97-AF65-F5344CB8AC3E}">
        <p14:creationId xmlns:p14="http://schemas.microsoft.com/office/powerpoint/2010/main" val="2012239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DBF2517-F90D-9DF9-52F3-6B43829C3B0E}"/>
              </a:ext>
            </a:extLst>
          </p:cNvPr>
          <p:cNvSpPr/>
          <p:nvPr/>
        </p:nvSpPr>
        <p:spPr>
          <a:xfrm>
            <a:off x="1266726" y="3191936"/>
            <a:ext cx="2558642" cy="2138385"/>
          </a:xfrm>
          <a:prstGeom prst="roundRect">
            <a:avLst/>
          </a:prstGeom>
          <a:solidFill>
            <a:schemeClr val="accent4">
              <a:lumMod val="40000"/>
              <a:lumOff val="60000"/>
              <a:alpha val="61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D05EDD-859A-B918-7668-9CE2DE44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 SOLUÇÃO: Aprendizado Ativo</a:t>
            </a:r>
            <a:br>
              <a:rPr lang="pt-BR" dirty="0"/>
            </a:b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61C86F2-FA1A-D55D-9247-C84B03BBA137}"/>
              </a:ext>
            </a:extLst>
          </p:cNvPr>
          <p:cNvSpPr/>
          <p:nvPr/>
        </p:nvSpPr>
        <p:spPr>
          <a:xfrm>
            <a:off x="4545434" y="2184395"/>
            <a:ext cx="2558642" cy="937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Classificador</a:t>
            </a:r>
          </a:p>
        </p:txBody>
      </p:sp>
      <p:pic>
        <p:nvPicPr>
          <p:cNvPr id="7" name="Gráfico 6" descr="Homem com preenchimento sólido">
            <a:extLst>
              <a:ext uri="{FF2B5EF4-FFF2-40B4-BE49-F238E27FC236}">
                <a16:creationId xmlns:a16="http://schemas.microsoft.com/office/drawing/2014/main" id="{90C9B7FD-7843-74E8-1981-8E1107421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6960" y="4411715"/>
            <a:ext cx="1793846" cy="1793846"/>
          </a:xfrm>
          <a:prstGeom prst="rect">
            <a:avLst/>
          </a:prstGeom>
        </p:spPr>
      </p:pic>
      <p:sp>
        <p:nvSpPr>
          <p:cNvPr id="9" name="Seta: Dobrada 8">
            <a:extLst>
              <a:ext uri="{FF2B5EF4-FFF2-40B4-BE49-F238E27FC236}">
                <a16:creationId xmlns:a16="http://schemas.microsoft.com/office/drawing/2014/main" id="{F9D225A7-AC6F-3D72-E922-3385490D7433}"/>
              </a:ext>
            </a:extLst>
          </p:cNvPr>
          <p:cNvSpPr/>
          <p:nvPr/>
        </p:nvSpPr>
        <p:spPr>
          <a:xfrm>
            <a:off x="2323169" y="2362519"/>
            <a:ext cx="1140903" cy="93747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Ensinar</a:t>
            </a:r>
          </a:p>
        </p:txBody>
      </p:sp>
      <p:sp>
        <p:nvSpPr>
          <p:cNvPr id="10" name="Seta: Dobrada 9">
            <a:extLst>
              <a:ext uri="{FF2B5EF4-FFF2-40B4-BE49-F238E27FC236}">
                <a16:creationId xmlns:a16="http://schemas.microsoft.com/office/drawing/2014/main" id="{6458A28D-A75B-DC30-2B1E-2B8D7985A6B5}"/>
              </a:ext>
            </a:extLst>
          </p:cNvPr>
          <p:cNvSpPr/>
          <p:nvPr/>
        </p:nvSpPr>
        <p:spPr>
          <a:xfrm rot="10800000">
            <a:off x="8083694" y="5001438"/>
            <a:ext cx="1149292" cy="117957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1A30F44-81D3-A43A-FA8B-1A77087670DA}"/>
              </a:ext>
            </a:extLst>
          </p:cNvPr>
          <p:cNvSpPr txBox="1"/>
          <p:nvPr/>
        </p:nvSpPr>
        <p:spPr>
          <a:xfrm>
            <a:off x="8531104" y="5489020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Selecionar Instâncias</a:t>
            </a:r>
          </a:p>
        </p:txBody>
      </p:sp>
      <p:sp>
        <p:nvSpPr>
          <p:cNvPr id="12" name="Seta: Dobrada 11">
            <a:extLst>
              <a:ext uri="{FF2B5EF4-FFF2-40B4-BE49-F238E27FC236}">
                <a16:creationId xmlns:a16="http://schemas.microsoft.com/office/drawing/2014/main" id="{1CA563BE-1320-8F74-A8D7-D724F5D440DF}"/>
              </a:ext>
            </a:extLst>
          </p:cNvPr>
          <p:cNvSpPr/>
          <p:nvPr/>
        </p:nvSpPr>
        <p:spPr>
          <a:xfrm rot="16200000">
            <a:off x="2379676" y="4895470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5C6ABD-DEB2-3465-690C-FC25E0CC65E5}"/>
              </a:ext>
            </a:extLst>
          </p:cNvPr>
          <p:cNvSpPr txBox="1"/>
          <p:nvPr/>
        </p:nvSpPr>
        <p:spPr>
          <a:xfrm>
            <a:off x="2598304" y="5368333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Incorporar</a:t>
            </a:r>
          </a:p>
        </p:txBody>
      </p:sp>
      <p:sp>
        <p:nvSpPr>
          <p:cNvPr id="14" name="Seta: Dobrada 13">
            <a:extLst>
              <a:ext uri="{FF2B5EF4-FFF2-40B4-BE49-F238E27FC236}">
                <a16:creationId xmlns:a16="http://schemas.microsoft.com/office/drawing/2014/main" id="{549D8991-C9EE-936A-709E-7A957954BF62}"/>
              </a:ext>
            </a:extLst>
          </p:cNvPr>
          <p:cNvSpPr/>
          <p:nvPr/>
        </p:nvSpPr>
        <p:spPr>
          <a:xfrm rot="5400000">
            <a:off x="8245560" y="2344604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6AFBB2-65A7-B687-049F-DFC70AACE43E}"/>
              </a:ext>
            </a:extLst>
          </p:cNvPr>
          <p:cNvSpPr txBox="1"/>
          <p:nvPr/>
        </p:nvSpPr>
        <p:spPr>
          <a:xfrm>
            <a:off x="5295226" y="6205561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Oráculo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19B7079-26BD-A6F1-B8CB-98F6A4658333}"/>
              </a:ext>
            </a:extLst>
          </p:cNvPr>
          <p:cNvSpPr/>
          <p:nvPr/>
        </p:nvSpPr>
        <p:spPr>
          <a:xfrm>
            <a:off x="2060510" y="6496960"/>
            <a:ext cx="8070980" cy="331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Fonte: Adaptado de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Settles, B. (2009). Active learning literature survey.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7C2AD63-7996-F646-3B54-C00608EF8432}"/>
              </a:ext>
            </a:extLst>
          </p:cNvPr>
          <p:cNvSpPr txBox="1"/>
          <p:nvPr/>
        </p:nvSpPr>
        <p:spPr>
          <a:xfrm>
            <a:off x="8531104" y="265313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Predizer</a:t>
            </a:r>
          </a:p>
        </p:txBody>
      </p:sp>
      <p:sp>
        <p:nvSpPr>
          <p:cNvPr id="20" name="Fluxograma: Disco Magnético 19">
            <a:extLst>
              <a:ext uri="{FF2B5EF4-FFF2-40B4-BE49-F238E27FC236}">
                <a16:creationId xmlns:a16="http://schemas.microsoft.com/office/drawing/2014/main" id="{C032D339-81B1-8AA2-AD05-13590834B59D}"/>
              </a:ext>
            </a:extLst>
          </p:cNvPr>
          <p:cNvSpPr/>
          <p:nvPr/>
        </p:nvSpPr>
        <p:spPr>
          <a:xfrm>
            <a:off x="8299908" y="3615634"/>
            <a:ext cx="1468073" cy="117957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Conjunto de Dados cru</a:t>
            </a:r>
          </a:p>
        </p:txBody>
      </p:sp>
      <p:sp>
        <p:nvSpPr>
          <p:cNvPr id="6" name="Fluxograma: Disco Magnético 5">
            <a:extLst>
              <a:ext uri="{FF2B5EF4-FFF2-40B4-BE49-F238E27FC236}">
                <a16:creationId xmlns:a16="http://schemas.microsoft.com/office/drawing/2014/main" id="{CC154E42-BF52-F235-89F1-BEEE2C3E2D88}"/>
              </a:ext>
            </a:extLst>
          </p:cNvPr>
          <p:cNvSpPr/>
          <p:nvPr/>
        </p:nvSpPr>
        <p:spPr>
          <a:xfrm>
            <a:off x="1344545" y="4049411"/>
            <a:ext cx="2333537" cy="24328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Semente (1000)</a:t>
            </a:r>
          </a:p>
        </p:txBody>
      </p:sp>
    </p:spTree>
    <p:extLst>
      <p:ext uri="{BB962C8B-B14F-4D97-AF65-F5344CB8AC3E}">
        <p14:creationId xmlns:p14="http://schemas.microsoft.com/office/powerpoint/2010/main" val="1793002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FAD3ACA-23A9-993F-1E4A-22E31FF3F8E5}"/>
              </a:ext>
            </a:extLst>
          </p:cNvPr>
          <p:cNvSpPr/>
          <p:nvPr/>
        </p:nvSpPr>
        <p:spPr>
          <a:xfrm>
            <a:off x="4148953" y="1908517"/>
            <a:ext cx="3386756" cy="1560331"/>
          </a:xfrm>
          <a:prstGeom prst="roundRect">
            <a:avLst/>
          </a:prstGeom>
          <a:solidFill>
            <a:schemeClr val="accent4">
              <a:lumMod val="40000"/>
              <a:lumOff val="60000"/>
              <a:alpha val="61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D05EDD-859A-B918-7668-9CE2DE44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 SOLUÇÃO: Aprendizado Ativo</a:t>
            </a:r>
            <a:br>
              <a:rPr lang="pt-BR" dirty="0"/>
            </a:b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61C86F2-FA1A-D55D-9247-C84B03BBA137}"/>
              </a:ext>
            </a:extLst>
          </p:cNvPr>
          <p:cNvSpPr/>
          <p:nvPr/>
        </p:nvSpPr>
        <p:spPr>
          <a:xfrm>
            <a:off x="4545434" y="2184395"/>
            <a:ext cx="2558642" cy="937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Classificador</a:t>
            </a:r>
          </a:p>
        </p:txBody>
      </p:sp>
      <p:pic>
        <p:nvPicPr>
          <p:cNvPr id="7" name="Gráfico 6" descr="Homem com preenchimento sólido">
            <a:extLst>
              <a:ext uri="{FF2B5EF4-FFF2-40B4-BE49-F238E27FC236}">
                <a16:creationId xmlns:a16="http://schemas.microsoft.com/office/drawing/2014/main" id="{90C9B7FD-7843-74E8-1981-8E1107421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6960" y="4411715"/>
            <a:ext cx="1793846" cy="1793846"/>
          </a:xfrm>
          <a:prstGeom prst="rect">
            <a:avLst/>
          </a:prstGeom>
        </p:spPr>
      </p:pic>
      <p:sp>
        <p:nvSpPr>
          <p:cNvPr id="9" name="Seta: Dobrada 8">
            <a:extLst>
              <a:ext uri="{FF2B5EF4-FFF2-40B4-BE49-F238E27FC236}">
                <a16:creationId xmlns:a16="http://schemas.microsoft.com/office/drawing/2014/main" id="{F9D225A7-AC6F-3D72-E922-3385490D7433}"/>
              </a:ext>
            </a:extLst>
          </p:cNvPr>
          <p:cNvSpPr/>
          <p:nvPr/>
        </p:nvSpPr>
        <p:spPr>
          <a:xfrm>
            <a:off x="2323169" y="2362519"/>
            <a:ext cx="1140903" cy="93747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Ensinar</a:t>
            </a:r>
          </a:p>
        </p:txBody>
      </p:sp>
      <p:sp>
        <p:nvSpPr>
          <p:cNvPr id="10" name="Seta: Dobrada 9">
            <a:extLst>
              <a:ext uri="{FF2B5EF4-FFF2-40B4-BE49-F238E27FC236}">
                <a16:creationId xmlns:a16="http://schemas.microsoft.com/office/drawing/2014/main" id="{6458A28D-A75B-DC30-2B1E-2B8D7985A6B5}"/>
              </a:ext>
            </a:extLst>
          </p:cNvPr>
          <p:cNvSpPr/>
          <p:nvPr/>
        </p:nvSpPr>
        <p:spPr>
          <a:xfrm rot="10800000">
            <a:off x="8083694" y="5001438"/>
            <a:ext cx="1149292" cy="117957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1A30F44-81D3-A43A-FA8B-1A77087670DA}"/>
              </a:ext>
            </a:extLst>
          </p:cNvPr>
          <p:cNvSpPr txBox="1"/>
          <p:nvPr/>
        </p:nvSpPr>
        <p:spPr>
          <a:xfrm>
            <a:off x="8531104" y="5489020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Selecionar Instâncias</a:t>
            </a:r>
          </a:p>
        </p:txBody>
      </p:sp>
      <p:sp>
        <p:nvSpPr>
          <p:cNvPr id="12" name="Seta: Dobrada 11">
            <a:extLst>
              <a:ext uri="{FF2B5EF4-FFF2-40B4-BE49-F238E27FC236}">
                <a16:creationId xmlns:a16="http://schemas.microsoft.com/office/drawing/2014/main" id="{1CA563BE-1320-8F74-A8D7-D724F5D440DF}"/>
              </a:ext>
            </a:extLst>
          </p:cNvPr>
          <p:cNvSpPr/>
          <p:nvPr/>
        </p:nvSpPr>
        <p:spPr>
          <a:xfrm rot="16200000">
            <a:off x="2379676" y="4895470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5C6ABD-DEB2-3465-690C-FC25E0CC65E5}"/>
              </a:ext>
            </a:extLst>
          </p:cNvPr>
          <p:cNvSpPr txBox="1"/>
          <p:nvPr/>
        </p:nvSpPr>
        <p:spPr>
          <a:xfrm>
            <a:off x="2598304" y="5368333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Incorporar</a:t>
            </a:r>
          </a:p>
        </p:txBody>
      </p:sp>
      <p:sp>
        <p:nvSpPr>
          <p:cNvPr id="14" name="Seta: Dobrada 13">
            <a:extLst>
              <a:ext uri="{FF2B5EF4-FFF2-40B4-BE49-F238E27FC236}">
                <a16:creationId xmlns:a16="http://schemas.microsoft.com/office/drawing/2014/main" id="{549D8991-C9EE-936A-709E-7A957954BF62}"/>
              </a:ext>
            </a:extLst>
          </p:cNvPr>
          <p:cNvSpPr/>
          <p:nvPr/>
        </p:nvSpPr>
        <p:spPr>
          <a:xfrm rot="5400000">
            <a:off x="8245560" y="2344604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6AFBB2-65A7-B687-049F-DFC70AACE43E}"/>
              </a:ext>
            </a:extLst>
          </p:cNvPr>
          <p:cNvSpPr txBox="1"/>
          <p:nvPr/>
        </p:nvSpPr>
        <p:spPr>
          <a:xfrm>
            <a:off x="5295226" y="6205561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Oráculo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19B7079-26BD-A6F1-B8CB-98F6A4658333}"/>
              </a:ext>
            </a:extLst>
          </p:cNvPr>
          <p:cNvSpPr/>
          <p:nvPr/>
        </p:nvSpPr>
        <p:spPr>
          <a:xfrm>
            <a:off x="2060510" y="6496960"/>
            <a:ext cx="8070980" cy="331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Fonte: Adaptado de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Settles, B. (2009). Active learning literature survey.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7C2AD63-7996-F646-3B54-C00608EF8432}"/>
              </a:ext>
            </a:extLst>
          </p:cNvPr>
          <p:cNvSpPr txBox="1"/>
          <p:nvPr/>
        </p:nvSpPr>
        <p:spPr>
          <a:xfrm>
            <a:off x="8531104" y="265313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Predizer</a:t>
            </a:r>
          </a:p>
        </p:txBody>
      </p:sp>
      <p:sp>
        <p:nvSpPr>
          <p:cNvPr id="20" name="Fluxograma: Disco Magnético 19">
            <a:extLst>
              <a:ext uri="{FF2B5EF4-FFF2-40B4-BE49-F238E27FC236}">
                <a16:creationId xmlns:a16="http://schemas.microsoft.com/office/drawing/2014/main" id="{C032D339-81B1-8AA2-AD05-13590834B59D}"/>
              </a:ext>
            </a:extLst>
          </p:cNvPr>
          <p:cNvSpPr/>
          <p:nvPr/>
        </p:nvSpPr>
        <p:spPr>
          <a:xfrm>
            <a:off x="8299908" y="3615634"/>
            <a:ext cx="1468073" cy="117957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Conjunto de Dados cru</a:t>
            </a:r>
          </a:p>
        </p:txBody>
      </p:sp>
      <p:sp>
        <p:nvSpPr>
          <p:cNvPr id="6" name="Fluxograma: Disco Magnético 5">
            <a:extLst>
              <a:ext uri="{FF2B5EF4-FFF2-40B4-BE49-F238E27FC236}">
                <a16:creationId xmlns:a16="http://schemas.microsoft.com/office/drawing/2014/main" id="{CC154E42-BF52-F235-89F1-BEEE2C3E2D88}"/>
              </a:ext>
            </a:extLst>
          </p:cNvPr>
          <p:cNvSpPr/>
          <p:nvPr/>
        </p:nvSpPr>
        <p:spPr>
          <a:xfrm>
            <a:off x="1344545" y="4049411"/>
            <a:ext cx="2333537" cy="24328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Semente (1000)</a:t>
            </a:r>
          </a:p>
        </p:txBody>
      </p:sp>
    </p:spTree>
    <p:extLst>
      <p:ext uri="{BB962C8B-B14F-4D97-AF65-F5344CB8AC3E}">
        <p14:creationId xmlns:p14="http://schemas.microsoft.com/office/powerpoint/2010/main" val="116371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FAD3ACA-23A9-993F-1E4A-22E31FF3F8E5}"/>
              </a:ext>
            </a:extLst>
          </p:cNvPr>
          <p:cNvSpPr/>
          <p:nvPr/>
        </p:nvSpPr>
        <p:spPr>
          <a:xfrm>
            <a:off x="7539608" y="2048287"/>
            <a:ext cx="2728517" cy="1491868"/>
          </a:xfrm>
          <a:prstGeom prst="roundRect">
            <a:avLst/>
          </a:prstGeom>
          <a:solidFill>
            <a:schemeClr val="accent4">
              <a:lumMod val="40000"/>
              <a:lumOff val="60000"/>
              <a:alpha val="61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D05EDD-859A-B918-7668-9CE2DE44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 SOLUÇÃO: Aprendizado Ativo</a:t>
            </a:r>
            <a:br>
              <a:rPr lang="pt-BR" dirty="0"/>
            </a:b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61C86F2-FA1A-D55D-9247-C84B03BBA137}"/>
              </a:ext>
            </a:extLst>
          </p:cNvPr>
          <p:cNvSpPr/>
          <p:nvPr/>
        </p:nvSpPr>
        <p:spPr>
          <a:xfrm>
            <a:off x="4545434" y="2184395"/>
            <a:ext cx="2558642" cy="937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Classificador</a:t>
            </a:r>
          </a:p>
        </p:txBody>
      </p:sp>
      <p:pic>
        <p:nvPicPr>
          <p:cNvPr id="7" name="Gráfico 6" descr="Homem com preenchimento sólido">
            <a:extLst>
              <a:ext uri="{FF2B5EF4-FFF2-40B4-BE49-F238E27FC236}">
                <a16:creationId xmlns:a16="http://schemas.microsoft.com/office/drawing/2014/main" id="{90C9B7FD-7843-74E8-1981-8E1107421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6960" y="4411715"/>
            <a:ext cx="1793846" cy="1793846"/>
          </a:xfrm>
          <a:prstGeom prst="rect">
            <a:avLst/>
          </a:prstGeom>
        </p:spPr>
      </p:pic>
      <p:sp>
        <p:nvSpPr>
          <p:cNvPr id="9" name="Seta: Dobrada 8">
            <a:extLst>
              <a:ext uri="{FF2B5EF4-FFF2-40B4-BE49-F238E27FC236}">
                <a16:creationId xmlns:a16="http://schemas.microsoft.com/office/drawing/2014/main" id="{F9D225A7-AC6F-3D72-E922-3385490D7433}"/>
              </a:ext>
            </a:extLst>
          </p:cNvPr>
          <p:cNvSpPr/>
          <p:nvPr/>
        </p:nvSpPr>
        <p:spPr>
          <a:xfrm>
            <a:off x="2323169" y="2362519"/>
            <a:ext cx="1140903" cy="93747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Ensinar</a:t>
            </a:r>
          </a:p>
        </p:txBody>
      </p:sp>
      <p:sp>
        <p:nvSpPr>
          <p:cNvPr id="10" name="Seta: Dobrada 9">
            <a:extLst>
              <a:ext uri="{FF2B5EF4-FFF2-40B4-BE49-F238E27FC236}">
                <a16:creationId xmlns:a16="http://schemas.microsoft.com/office/drawing/2014/main" id="{6458A28D-A75B-DC30-2B1E-2B8D7985A6B5}"/>
              </a:ext>
            </a:extLst>
          </p:cNvPr>
          <p:cNvSpPr/>
          <p:nvPr/>
        </p:nvSpPr>
        <p:spPr>
          <a:xfrm rot="10800000">
            <a:off x="8083694" y="5001438"/>
            <a:ext cx="1149292" cy="117957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1A30F44-81D3-A43A-FA8B-1A77087670DA}"/>
              </a:ext>
            </a:extLst>
          </p:cNvPr>
          <p:cNvSpPr txBox="1"/>
          <p:nvPr/>
        </p:nvSpPr>
        <p:spPr>
          <a:xfrm>
            <a:off x="8531104" y="5489020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Selecionar Instâncias</a:t>
            </a:r>
          </a:p>
        </p:txBody>
      </p:sp>
      <p:sp>
        <p:nvSpPr>
          <p:cNvPr id="12" name="Seta: Dobrada 11">
            <a:extLst>
              <a:ext uri="{FF2B5EF4-FFF2-40B4-BE49-F238E27FC236}">
                <a16:creationId xmlns:a16="http://schemas.microsoft.com/office/drawing/2014/main" id="{1CA563BE-1320-8F74-A8D7-D724F5D440DF}"/>
              </a:ext>
            </a:extLst>
          </p:cNvPr>
          <p:cNvSpPr/>
          <p:nvPr/>
        </p:nvSpPr>
        <p:spPr>
          <a:xfrm rot="16200000">
            <a:off x="2379676" y="4895470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5C6ABD-DEB2-3465-690C-FC25E0CC65E5}"/>
              </a:ext>
            </a:extLst>
          </p:cNvPr>
          <p:cNvSpPr txBox="1"/>
          <p:nvPr/>
        </p:nvSpPr>
        <p:spPr>
          <a:xfrm>
            <a:off x="2598304" y="5368333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Incorporar</a:t>
            </a:r>
          </a:p>
        </p:txBody>
      </p:sp>
      <p:sp>
        <p:nvSpPr>
          <p:cNvPr id="14" name="Seta: Dobrada 13">
            <a:extLst>
              <a:ext uri="{FF2B5EF4-FFF2-40B4-BE49-F238E27FC236}">
                <a16:creationId xmlns:a16="http://schemas.microsoft.com/office/drawing/2014/main" id="{549D8991-C9EE-936A-709E-7A957954BF62}"/>
              </a:ext>
            </a:extLst>
          </p:cNvPr>
          <p:cNvSpPr/>
          <p:nvPr/>
        </p:nvSpPr>
        <p:spPr>
          <a:xfrm rot="5400000">
            <a:off x="8245560" y="2344604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6AFBB2-65A7-B687-049F-DFC70AACE43E}"/>
              </a:ext>
            </a:extLst>
          </p:cNvPr>
          <p:cNvSpPr txBox="1"/>
          <p:nvPr/>
        </p:nvSpPr>
        <p:spPr>
          <a:xfrm>
            <a:off x="5295226" y="6205561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Oráculo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19B7079-26BD-A6F1-B8CB-98F6A4658333}"/>
              </a:ext>
            </a:extLst>
          </p:cNvPr>
          <p:cNvSpPr/>
          <p:nvPr/>
        </p:nvSpPr>
        <p:spPr>
          <a:xfrm>
            <a:off x="2060510" y="6496960"/>
            <a:ext cx="8070980" cy="331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Fonte: Adaptado de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Settles, B. (2009). Active learning literature survey.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7C2AD63-7996-F646-3B54-C00608EF8432}"/>
              </a:ext>
            </a:extLst>
          </p:cNvPr>
          <p:cNvSpPr txBox="1"/>
          <p:nvPr/>
        </p:nvSpPr>
        <p:spPr>
          <a:xfrm>
            <a:off x="8531104" y="265313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Predizer</a:t>
            </a:r>
          </a:p>
        </p:txBody>
      </p:sp>
      <p:sp>
        <p:nvSpPr>
          <p:cNvPr id="6" name="Fluxograma: Disco Magnético 5">
            <a:extLst>
              <a:ext uri="{FF2B5EF4-FFF2-40B4-BE49-F238E27FC236}">
                <a16:creationId xmlns:a16="http://schemas.microsoft.com/office/drawing/2014/main" id="{CC154E42-BF52-F235-89F1-BEEE2C3E2D88}"/>
              </a:ext>
            </a:extLst>
          </p:cNvPr>
          <p:cNvSpPr/>
          <p:nvPr/>
        </p:nvSpPr>
        <p:spPr>
          <a:xfrm>
            <a:off x="1344545" y="4049411"/>
            <a:ext cx="2333537" cy="24328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Semente (1000)</a:t>
            </a:r>
          </a:p>
        </p:txBody>
      </p:sp>
      <p:sp>
        <p:nvSpPr>
          <p:cNvPr id="3" name="Fluxograma: Disco Magnético 2">
            <a:extLst>
              <a:ext uri="{FF2B5EF4-FFF2-40B4-BE49-F238E27FC236}">
                <a16:creationId xmlns:a16="http://schemas.microsoft.com/office/drawing/2014/main" id="{EFA41282-F202-D246-5F65-984ADFD5B122}"/>
              </a:ext>
            </a:extLst>
          </p:cNvPr>
          <p:cNvSpPr/>
          <p:nvPr/>
        </p:nvSpPr>
        <p:spPr>
          <a:xfrm>
            <a:off x="7859087" y="3539556"/>
            <a:ext cx="2409038" cy="137732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Base “não rotulada”</a:t>
            </a:r>
          </a:p>
        </p:txBody>
      </p:sp>
    </p:spTree>
    <p:extLst>
      <p:ext uri="{BB962C8B-B14F-4D97-AF65-F5344CB8AC3E}">
        <p14:creationId xmlns:p14="http://schemas.microsoft.com/office/powerpoint/2010/main" val="2281930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FAD3ACA-23A9-993F-1E4A-22E31FF3F8E5}"/>
              </a:ext>
            </a:extLst>
          </p:cNvPr>
          <p:cNvSpPr/>
          <p:nvPr/>
        </p:nvSpPr>
        <p:spPr>
          <a:xfrm>
            <a:off x="7636282" y="3429000"/>
            <a:ext cx="2728517" cy="1491868"/>
          </a:xfrm>
          <a:prstGeom prst="roundRect">
            <a:avLst/>
          </a:prstGeom>
          <a:solidFill>
            <a:schemeClr val="accent4">
              <a:lumMod val="40000"/>
              <a:lumOff val="60000"/>
              <a:alpha val="61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D05EDD-859A-B918-7668-9CE2DE44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 SOLUÇÃO: Aprendizado Ativo</a:t>
            </a:r>
            <a:br>
              <a:rPr lang="pt-BR" dirty="0"/>
            </a:b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61C86F2-FA1A-D55D-9247-C84B03BBA137}"/>
              </a:ext>
            </a:extLst>
          </p:cNvPr>
          <p:cNvSpPr/>
          <p:nvPr/>
        </p:nvSpPr>
        <p:spPr>
          <a:xfrm>
            <a:off x="4545434" y="2184395"/>
            <a:ext cx="2558642" cy="937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Classificador</a:t>
            </a:r>
          </a:p>
        </p:txBody>
      </p:sp>
      <p:pic>
        <p:nvPicPr>
          <p:cNvPr id="7" name="Gráfico 6" descr="Homem com preenchimento sólido">
            <a:extLst>
              <a:ext uri="{FF2B5EF4-FFF2-40B4-BE49-F238E27FC236}">
                <a16:creationId xmlns:a16="http://schemas.microsoft.com/office/drawing/2014/main" id="{90C9B7FD-7843-74E8-1981-8E1107421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6960" y="4411715"/>
            <a:ext cx="1793846" cy="1793846"/>
          </a:xfrm>
          <a:prstGeom prst="rect">
            <a:avLst/>
          </a:prstGeom>
        </p:spPr>
      </p:pic>
      <p:sp>
        <p:nvSpPr>
          <p:cNvPr id="9" name="Seta: Dobrada 8">
            <a:extLst>
              <a:ext uri="{FF2B5EF4-FFF2-40B4-BE49-F238E27FC236}">
                <a16:creationId xmlns:a16="http://schemas.microsoft.com/office/drawing/2014/main" id="{F9D225A7-AC6F-3D72-E922-3385490D7433}"/>
              </a:ext>
            </a:extLst>
          </p:cNvPr>
          <p:cNvSpPr/>
          <p:nvPr/>
        </p:nvSpPr>
        <p:spPr>
          <a:xfrm>
            <a:off x="2323169" y="2362519"/>
            <a:ext cx="1140903" cy="93747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Ensinar</a:t>
            </a:r>
          </a:p>
        </p:txBody>
      </p:sp>
      <p:sp>
        <p:nvSpPr>
          <p:cNvPr id="10" name="Seta: Dobrada 9">
            <a:extLst>
              <a:ext uri="{FF2B5EF4-FFF2-40B4-BE49-F238E27FC236}">
                <a16:creationId xmlns:a16="http://schemas.microsoft.com/office/drawing/2014/main" id="{6458A28D-A75B-DC30-2B1E-2B8D7985A6B5}"/>
              </a:ext>
            </a:extLst>
          </p:cNvPr>
          <p:cNvSpPr/>
          <p:nvPr/>
        </p:nvSpPr>
        <p:spPr>
          <a:xfrm rot="10800000">
            <a:off x="8083694" y="5001438"/>
            <a:ext cx="1149292" cy="117957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1A30F44-81D3-A43A-FA8B-1A77087670DA}"/>
              </a:ext>
            </a:extLst>
          </p:cNvPr>
          <p:cNvSpPr txBox="1"/>
          <p:nvPr/>
        </p:nvSpPr>
        <p:spPr>
          <a:xfrm>
            <a:off x="8531104" y="5489020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Selecionar Instâncias</a:t>
            </a:r>
          </a:p>
        </p:txBody>
      </p:sp>
      <p:sp>
        <p:nvSpPr>
          <p:cNvPr id="12" name="Seta: Dobrada 11">
            <a:extLst>
              <a:ext uri="{FF2B5EF4-FFF2-40B4-BE49-F238E27FC236}">
                <a16:creationId xmlns:a16="http://schemas.microsoft.com/office/drawing/2014/main" id="{1CA563BE-1320-8F74-A8D7-D724F5D440DF}"/>
              </a:ext>
            </a:extLst>
          </p:cNvPr>
          <p:cNvSpPr/>
          <p:nvPr/>
        </p:nvSpPr>
        <p:spPr>
          <a:xfrm rot="16200000">
            <a:off x="2379676" y="4895470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5C6ABD-DEB2-3465-690C-FC25E0CC65E5}"/>
              </a:ext>
            </a:extLst>
          </p:cNvPr>
          <p:cNvSpPr txBox="1"/>
          <p:nvPr/>
        </p:nvSpPr>
        <p:spPr>
          <a:xfrm>
            <a:off x="2598304" y="5368333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Incorporar</a:t>
            </a:r>
          </a:p>
        </p:txBody>
      </p:sp>
      <p:sp>
        <p:nvSpPr>
          <p:cNvPr id="14" name="Seta: Dobrada 13">
            <a:extLst>
              <a:ext uri="{FF2B5EF4-FFF2-40B4-BE49-F238E27FC236}">
                <a16:creationId xmlns:a16="http://schemas.microsoft.com/office/drawing/2014/main" id="{549D8991-C9EE-936A-709E-7A957954BF62}"/>
              </a:ext>
            </a:extLst>
          </p:cNvPr>
          <p:cNvSpPr/>
          <p:nvPr/>
        </p:nvSpPr>
        <p:spPr>
          <a:xfrm rot="5400000">
            <a:off x="8245560" y="2344604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6AFBB2-65A7-B687-049F-DFC70AACE43E}"/>
              </a:ext>
            </a:extLst>
          </p:cNvPr>
          <p:cNvSpPr txBox="1"/>
          <p:nvPr/>
        </p:nvSpPr>
        <p:spPr>
          <a:xfrm>
            <a:off x="5295226" y="6205561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Oráculo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19B7079-26BD-A6F1-B8CB-98F6A4658333}"/>
              </a:ext>
            </a:extLst>
          </p:cNvPr>
          <p:cNvSpPr/>
          <p:nvPr/>
        </p:nvSpPr>
        <p:spPr>
          <a:xfrm>
            <a:off x="2060510" y="6496960"/>
            <a:ext cx="8070980" cy="331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Fonte: Adaptado de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Settles, B. (2009). Active learning literature survey.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7C2AD63-7996-F646-3B54-C00608EF8432}"/>
              </a:ext>
            </a:extLst>
          </p:cNvPr>
          <p:cNvSpPr txBox="1"/>
          <p:nvPr/>
        </p:nvSpPr>
        <p:spPr>
          <a:xfrm>
            <a:off x="8531104" y="265313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Predizer</a:t>
            </a:r>
          </a:p>
        </p:txBody>
      </p:sp>
      <p:sp>
        <p:nvSpPr>
          <p:cNvPr id="6" name="Fluxograma: Disco Magnético 5">
            <a:extLst>
              <a:ext uri="{FF2B5EF4-FFF2-40B4-BE49-F238E27FC236}">
                <a16:creationId xmlns:a16="http://schemas.microsoft.com/office/drawing/2014/main" id="{CC154E42-BF52-F235-89F1-BEEE2C3E2D88}"/>
              </a:ext>
            </a:extLst>
          </p:cNvPr>
          <p:cNvSpPr/>
          <p:nvPr/>
        </p:nvSpPr>
        <p:spPr>
          <a:xfrm>
            <a:off x="1344545" y="4049411"/>
            <a:ext cx="2333537" cy="24328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Semente (1000)</a:t>
            </a:r>
          </a:p>
        </p:txBody>
      </p:sp>
      <p:sp>
        <p:nvSpPr>
          <p:cNvPr id="3" name="Fluxograma: Disco Magnético 2">
            <a:extLst>
              <a:ext uri="{FF2B5EF4-FFF2-40B4-BE49-F238E27FC236}">
                <a16:creationId xmlns:a16="http://schemas.microsoft.com/office/drawing/2014/main" id="{EFA41282-F202-D246-5F65-984ADFD5B122}"/>
              </a:ext>
            </a:extLst>
          </p:cNvPr>
          <p:cNvSpPr/>
          <p:nvPr/>
        </p:nvSpPr>
        <p:spPr>
          <a:xfrm>
            <a:off x="7859087" y="3539556"/>
            <a:ext cx="2409038" cy="137732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Base “não rotulada”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9AE5DA42-5CA8-F909-B193-07C66AD126D3}"/>
              </a:ext>
            </a:extLst>
          </p:cNvPr>
          <p:cNvSpPr/>
          <p:nvPr/>
        </p:nvSpPr>
        <p:spPr>
          <a:xfrm>
            <a:off x="10432281" y="4063479"/>
            <a:ext cx="310883" cy="2292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AFE06C8-9344-4150-B96D-298971DA132E}"/>
              </a:ext>
            </a:extLst>
          </p:cNvPr>
          <p:cNvSpPr/>
          <p:nvPr/>
        </p:nvSpPr>
        <p:spPr>
          <a:xfrm>
            <a:off x="10743164" y="3514644"/>
            <a:ext cx="1451115" cy="131281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Incerteza</a:t>
            </a:r>
          </a:p>
          <a:p>
            <a:pPr algn="ctr"/>
            <a:r>
              <a:rPr lang="pt-BR" dirty="0"/>
              <a:t>Entropia</a:t>
            </a:r>
          </a:p>
          <a:p>
            <a:pPr algn="ctr"/>
            <a:r>
              <a:rPr lang="pt-BR" dirty="0"/>
              <a:t>Aleatório</a:t>
            </a:r>
          </a:p>
          <a:p>
            <a:pPr algn="ctr"/>
            <a:r>
              <a:rPr lang="pt-BR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730448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756A78-697A-DC98-DB9E-807280726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de Seleção - Aleatório</a:t>
            </a:r>
          </a:p>
        </p:txBody>
      </p:sp>
      <p:pic>
        <p:nvPicPr>
          <p:cNvPr id="5" name="Espaço Reservado para Conteúdo 4" descr="Gráfico, Gráfico de dispersão&#10;&#10;Descrição gerada automaticamente">
            <a:extLst>
              <a:ext uri="{FF2B5EF4-FFF2-40B4-BE49-F238E27FC236}">
                <a16:creationId xmlns:a16="http://schemas.microsoft.com/office/drawing/2014/main" id="{BF754118-8C6F-64C5-6C43-8C2BB5DFD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575" y="1842679"/>
            <a:ext cx="5067965" cy="4914145"/>
          </a:xfr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CC3CDA29-D136-769A-0844-3F62A72D6E37}"/>
              </a:ext>
            </a:extLst>
          </p:cNvPr>
          <p:cNvSpPr/>
          <p:nvPr/>
        </p:nvSpPr>
        <p:spPr>
          <a:xfrm>
            <a:off x="4926564" y="2488598"/>
            <a:ext cx="177282" cy="1866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F7472E7-4C70-3D10-11C5-A8B0290AAAEC}"/>
              </a:ext>
            </a:extLst>
          </p:cNvPr>
          <p:cNvSpPr/>
          <p:nvPr/>
        </p:nvSpPr>
        <p:spPr>
          <a:xfrm>
            <a:off x="6548070" y="6000019"/>
            <a:ext cx="177282" cy="1866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935340B8-CBDF-F5E5-FCAF-4F2856165659}"/>
              </a:ext>
            </a:extLst>
          </p:cNvPr>
          <p:cNvSpPr/>
          <p:nvPr/>
        </p:nvSpPr>
        <p:spPr>
          <a:xfrm rot="2316324">
            <a:off x="5308418" y="1732169"/>
            <a:ext cx="276225" cy="7524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EE79CCA6-4350-C716-4BD9-8C847EDE2557}"/>
              </a:ext>
            </a:extLst>
          </p:cNvPr>
          <p:cNvSpPr/>
          <p:nvPr/>
        </p:nvSpPr>
        <p:spPr>
          <a:xfrm rot="2316324">
            <a:off x="6841282" y="5327005"/>
            <a:ext cx="276225" cy="7524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640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756A78-697A-DC98-DB9E-807280726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de Seleção - Incerteza</a:t>
            </a:r>
          </a:p>
        </p:txBody>
      </p:sp>
      <p:pic>
        <p:nvPicPr>
          <p:cNvPr id="5" name="Espaço Reservado para Conteúdo 4" descr="Gráfico, Gráfico de dispersão&#10;&#10;Descrição gerada automaticamente">
            <a:extLst>
              <a:ext uri="{FF2B5EF4-FFF2-40B4-BE49-F238E27FC236}">
                <a16:creationId xmlns:a16="http://schemas.microsoft.com/office/drawing/2014/main" id="{BF754118-8C6F-64C5-6C43-8C2BB5DFD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017" y="1798701"/>
            <a:ext cx="5067965" cy="4914145"/>
          </a:xfr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A488EEB3-5DCC-29D4-0DBE-2E139AADDD5F}"/>
              </a:ext>
            </a:extLst>
          </p:cNvPr>
          <p:cNvSpPr/>
          <p:nvPr/>
        </p:nvSpPr>
        <p:spPr>
          <a:xfrm rot="2316324">
            <a:off x="6376056" y="2755835"/>
            <a:ext cx="276225" cy="7524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C3CDA29-D136-769A-0844-3F62A72D6E37}"/>
              </a:ext>
            </a:extLst>
          </p:cNvPr>
          <p:cNvSpPr/>
          <p:nvPr/>
        </p:nvSpPr>
        <p:spPr>
          <a:xfrm>
            <a:off x="5711639" y="3674179"/>
            <a:ext cx="177282" cy="1866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F7472E7-4C70-3D10-11C5-A8B0290AAAEC}"/>
              </a:ext>
            </a:extLst>
          </p:cNvPr>
          <p:cNvSpPr/>
          <p:nvPr/>
        </p:nvSpPr>
        <p:spPr>
          <a:xfrm>
            <a:off x="5800280" y="4069162"/>
            <a:ext cx="177282" cy="1866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8986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FAD3ACA-23A9-993F-1E4A-22E31FF3F8E5}"/>
              </a:ext>
            </a:extLst>
          </p:cNvPr>
          <p:cNvSpPr/>
          <p:nvPr/>
        </p:nvSpPr>
        <p:spPr>
          <a:xfrm>
            <a:off x="7778895" y="5433979"/>
            <a:ext cx="3302962" cy="438790"/>
          </a:xfrm>
          <a:prstGeom prst="roundRect">
            <a:avLst/>
          </a:prstGeom>
          <a:solidFill>
            <a:schemeClr val="accent4">
              <a:lumMod val="40000"/>
              <a:lumOff val="60000"/>
              <a:alpha val="61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D05EDD-859A-B918-7668-9CE2DE44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 SOLUÇÃO: Aprendizado Ativo</a:t>
            </a:r>
            <a:br>
              <a:rPr lang="pt-BR" dirty="0"/>
            </a:b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61C86F2-FA1A-D55D-9247-C84B03BBA137}"/>
              </a:ext>
            </a:extLst>
          </p:cNvPr>
          <p:cNvSpPr/>
          <p:nvPr/>
        </p:nvSpPr>
        <p:spPr>
          <a:xfrm>
            <a:off x="4545434" y="2184395"/>
            <a:ext cx="2558642" cy="937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Classificador</a:t>
            </a:r>
          </a:p>
        </p:txBody>
      </p:sp>
      <p:pic>
        <p:nvPicPr>
          <p:cNvPr id="7" name="Gráfico 6" descr="Homem com preenchimento sólido">
            <a:extLst>
              <a:ext uri="{FF2B5EF4-FFF2-40B4-BE49-F238E27FC236}">
                <a16:creationId xmlns:a16="http://schemas.microsoft.com/office/drawing/2014/main" id="{90C9B7FD-7843-74E8-1981-8E1107421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6960" y="4411715"/>
            <a:ext cx="1793846" cy="1793846"/>
          </a:xfrm>
          <a:prstGeom prst="rect">
            <a:avLst/>
          </a:prstGeom>
        </p:spPr>
      </p:pic>
      <p:sp>
        <p:nvSpPr>
          <p:cNvPr id="9" name="Seta: Dobrada 8">
            <a:extLst>
              <a:ext uri="{FF2B5EF4-FFF2-40B4-BE49-F238E27FC236}">
                <a16:creationId xmlns:a16="http://schemas.microsoft.com/office/drawing/2014/main" id="{F9D225A7-AC6F-3D72-E922-3385490D7433}"/>
              </a:ext>
            </a:extLst>
          </p:cNvPr>
          <p:cNvSpPr/>
          <p:nvPr/>
        </p:nvSpPr>
        <p:spPr>
          <a:xfrm>
            <a:off x="2323169" y="2362519"/>
            <a:ext cx="1140903" cy="93747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Ensinar</a:t>
            </a:r>
          </a:p>
        </p:txBody>
      </p:sp>
      <p:sp>
        <p:nvSpPr>
          <p:cNvPr id="10" name="Seta: Dobrada 9">
            <a:extLst>
              <a:ext uri="{FF2B5EF4-FFF2-40B4-BE49-F238E27FC236}">
                <a16:creationId xmlns:a16="http://schemas.microsoft.com/office/drawing/2014/main" id="{6458A28D-A75B-DC30-2B1E-2B8D7985A6B5}"/>
              </a:ext>
            </a:extLst>
          </p:cNvPr>
          <p:cNvSpPr/>
          <p:nvPr/>
        </p:nvSpPr>
        <p:spPr>
          <a:xfrm rot="10800000">
            <a:off x="8083694" y="5001438"/>
            <a:ext cx="1149292" cy="117957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1A30F44-81D3-A43A-FA8B-1A77087670DA}"/>
              </a:ext>
            </a:extLst>
          </p:cNvPr>
          <p:cNvSpPr txBox="1"/>
          <p:nvPr/>
        </p:nvSpPr>
        <p:spPr>
          <a:xfrm>
            <a:off x="8531104" y="5489020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Selecionar Instâncias</a:t>
            </a:r>
          </a:p>
        </p:txBody>
      </p:sp>
      <p:sp>
        <p:nvSpPr>
          <p:cNvPr id="12" name="Seta: Dobrada 11">
            <a:extLst>
              <a:ext uri="{FF2B5EF4-FFF2-40B4-BE49-F238E27FC236}">
                <a16:creationId xmlns:a16="http://schemas.microsoft.com/office/drawing/2014/main" id="{1CA563BE-1320-8F74-A8D7-D724F5D440DF}"/>
              </a:ext>
            </a:extLst>
          </p:cNvPr>
          <p:cNvSpPr/>
          <p:nvPr/>
        </p:nvSpPr>
        <p:spPr>
          <a:xfrm rot="16200000">
            <a:off x="2379676" y="4895470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5C6ABD-DEB2-3465-690C-FC25E0CC65E5}"/>
              </a:ext>
            </a:extLst>
          </p:cNvPr>
          <p:cNvSpPr txBox="1"/>
          <p:nvPr/>
        </p:nvSpPr>
        <p:spPr>
          <a:xfrm>
            <a:off x="2598304" y="5368333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Incorporar</a:t>
            </a:r>
          </a:p>
        </p:txBody>
      </p:sp>
      <p:sp>
        <p:nvSpPr>
          <p:cNvPr id="14" name="Seta: Dobrada 13">
            <a:extLst>
              <a:ext uri="{FF2B5EF4-FFF2-40B4-BE49-F238E27FC236}">
                <a16:creationId xmlns:a16="http://schemas.microsoft.com/office/drawing/2014/main" id="{549D8991-C9EE-936A-709E-7A957954BF62}"/>
              </a:ext>
            </a:extLst>
          </p:cNvPr>
          <p:cNvSpPr/>
          <p:nvPr/>
        </p:nvSpPr>
        <p:spPr>
          <a:xfrm rot="5400000">
            <a:off x="8245560" y="2344604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6AFBB2-65A7-B687-049F-DFC70AACE43E}"/>
              </a:ext>
            </a:extLst>
          </p:cNvPr>
          <p:cNvSpPr txBox="1"/>
          <p:nvPr/>
        </p:nvSpPr>
        <p:spPr>
          <a:xfrm>
            <a:off x="5295226" y="6205561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Oráculo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19B7079-26BD-A6F1-B8CB-98F6A4658333}"/>
              </a:ext>
            </a:extLst>
          </p:cNvPr>
          <p:cNvSpPr/>
          <p:nvPr/>
        </p:nvSpPr>
        <p:spPr>
          <a:xfrm>
            <a:off x="2060510" y="6496960"/>
            <a:ext cx="8070980" cy="331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Fonte: Adaptado de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Settles, B. (2009). Active learning literature survey.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7C2AD63-7996-F646-3B54-C00608EF8432}"/>
              </a:ext>
            </a:extLst>
          </p:cNvPr>
          <p:cNvSpPr txBox="1"/>
          <p:nvPr/>
        </p:nvSpPr>
        <p:spPr>
          <a:xfrm>
            <a:off x="8531104" y="265313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Predizer</a:t>
            </a:r>
          </a:p>
        </p:txBody>
      </p:sp>
      <p:sp>
        <p:nvSpPr>
          <p:cNvPr id="6" name="Fluxograma: Disco Magnético 5">
            <a:extLst>
              <a:ext uri="{FF2B5EF4-FFF2-40B4-BE49-F238E27FC236}">
                <a16:creationId xmlns:a16="http://schemas.microsoft.com/office/drawing/2014/main" id="{CC154E42-BF52-F235-89F1-BEEE2C3E2D88}"/>
              </a:ext>
            </a:extLst>
          </p:cNvPr>
          <p:cNvSpPr/>
          <p:nvPr/>
        </p:nvSpPr>
        <p:spPr>
          <a:xfrm>
            <a:off x="1344545" y="4049411"/>
            <a:ext cx="2333537" cy="24328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Semente (1000)</a:t>
            </a:r>
          </a:p>
        </p:txBody>
      </p:sp>
      <p:sp>
        <p:nvSpPr>
          <p:cNvPr id="3" name="Fluxograma: Disco Magnético 2">
            <a:extLst>
              <a:ext uri="{FF2B5EF4-FFF2-40B4-BE49-F238E27FC236}">
                <a16:creationId xmlns:a16="http://schemas.microsoft.com/office/drawing/2014/main" id="{EFA41282-F202-D246-5F65-984ADFD5B122}"/>
              </a:ext>
            </a:extLst>
          </p:cNvPr>
          <p:cNvSpPr/>
          <p:nvPr/>
        </p:nvSpPr>
        <p:spPr>
          <a:xfrm>
            <a:off x="7859087" y="3539556"/>
            <a:ext cx="2409038" cy="137732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Base “não rotulada”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9AE5DA42-5CA8-F909-B193-07C66AD126D3}"/>
              </a:ext>
            </a:extLst>
          </p:cNvPr>
          <p:cNvSpPr/>
          <p:nvPr/>
        </p:nvSpPr>
        <p:spPr>
          <a:xfrm>
            <a:off x="10432281" y="4063479"/>
            <a:ext cx="310883" cy="2292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AFE06C8-9344-4150-B96D-298971DA132E}"/>
              </a:ext>
            </a:extLst>
          </p:cNvPr>
          <p:cNvSpPr/>
          <p:nvPr/>
        </p:nvSpPr>
        <p:spPr>
          <a:xfrm>
            <a:off x="11081857" y="4887678"/>
            <a:ext cx="1083555" cy="117957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Lote</a:t>
            </a:r>
          </a:p>
          <a:p>
            <a:pPr algn="ctr"/>
            <a:r>
              <a:rPr lang="pt-BR" dirty="0" err="1"/>
              <a:t>Stream</a:t>
            </a:r>
            <a:endParaRPr lang="pt-BR" dirty="0"/>
          </a:p>
          <a:p>
            <a:pPr algn="ctr"/>
            <a:r>
              <a:rPr lang="pt-BR" dirty="0"/>
              <a:t>500</a:t>
            </a:r>
          </a:p>
        </p:txBody>
      </p:sp>
    </p:spTree>
    <p:extLst>
      <p:ext uri="{BB962C8B-B14F-4D97-AF65-F5344CB8AC3E}">
        <p14:creationId xmlns:p14="http://schemas.microsoft.com/office/powerpoint/2010/main" val="13584073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05EDD-859A-B918-7668-9CE2DE44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 SOLUÇÃO: Aprendizado Ativo</a:t>
            </a:r>
            <a:br>
              <a:rPr lang="pt-BR" dirty="0"/>
            </a:b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61C86F2-FA1A-D55D-9247-C84B03BBA137}"/>
              </a:ext>
            </a:extLst>
          </p:cNvPr>
          <p:cNvSpPr/>
          <p:nvPr/>
        </p:nvSpPr>
        <p:spPr>
          <a:xfrm>
            <a:off x="4545434" y="2184395"/>
            <a:ext cx="2558642" cy="937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Classificador</a:t>
            </a:r>
          </a:p>
        </p:txBody>
      </p:sp>
      <p:pic>
        <p:nvPicPr>
          <p:cNvPr id="7" name="Gráfico 6" descr="Homem com preenchimento sólido">
            <a:extLst>
              <a:ext uri="{FF2B5EF4-FFF2-40B4-BE49-F238E27FC236}">
                <a16:creationId xmlns:a16="http://schemas.microsoft.com/office/drawing/2014/main" id="{90C9B7FD-7843-74E8-1981-8E1107421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6960" y="4411715"/>
            <a:ext cx="1793846" cy="1793846"/>
          </a:xfrm>
          <a:prstGeom prst="rect">
            <a:avLst/>
          </a:prstGeom>
        </p:spPr>
      </p:pic>
      <p:sp>
        <p:nvSpPr>
          <p:cNvPr id="9" name="Seta: Dobrada 8">
            <a:extLst>
              <a:ext uri="{FF2B5EF4-FFF2-40B4-BE49-F238E27FC236}">
                <a16:creationId xmlns:a16="http://schemas.microsoft.com/office/drawing/2014/main" id="{F9D225A7-AC6F-3D72-E922-3385490D7433}"/>
              </a:ext>
            </a:extLst>
          </p:cNvPr>
          <p:cNvSpPr/>
          <p:nvPr/>
        </p:nvSpPr>
        <p:spPr>
          <a:xfrm>
            <a:off x="2323169" y="2362519"/>
            <a:ext cx="1140903" cy="93747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Ensinar</a:t>
            </a:r>
          </a:p>
        </p:txBody>
      </p:sp>
      <p:sp>
        <p:nvSpPr>
          <p:cNvPr id="10" name="Seta: Dobrada 9">
            <a:extLst>
              <a:ext uri="{FF2B5EF4-FFF2-40B4-BE49-F238E27FC236}">
                <a16:creationId xmlns:a16="http://schemas.microsoft.com/office/drawing/2014/main" id="{6458A28D-A75B-DC30-2B1E-2B8D7985A6B5}"/>
              </a:ext>
            </a:extLst>
          </p:cNvPr>
          <p:cNvSpPr/>
          <p:nvPr/>
        </p:nvSpPr>
        <p:spPr>
          <a:xfrm rot="10800000">
            <a:off x="8083694" y="5001438"/>
            <a:ext cx="1149292" cy="117957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1A30F44-81D3-A43A-FA8B-1A77087670DA}"/>
              </a:ext>
            </a:extLst>
          </p:cNvPr>
          <p:cNvSpPr txBox="1"/>
          <p:nvPr/>
        </p:nvSpPr>
        <p:spPr>
          <a:xfrm>
            <a:off x="8531104" y="5489020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Selecionar Instâncias</a:t>
            </a:r>
          </a:p>
        </p:txBody>
      </p:sp>
      <p:sp>
        <p:nvSpPr>
          <p:cNvPr id="12" name="Seta: Dobrada 11">
            <a:extLst>
              <a:ext uri="{FF2B5EF4-FFF2-40B4-BE49-F238E27FC236}">
                <a16:creationId xmlns:a16="http://schemas.microsoft.com/office/drawing/2014/main" id="{1CA563BE-1320-8F74-A8D7-D724F5D440DF}"/>
              </a:ext>
            </a:extLst>
          </p:cNvPr>
          <p:cNvSpPr/>
          <p:nvPr/>
        </p:nvSpPr>
        <p:spPr>
          <a:xfrm rot="16200000">
            <a:off x="2379676" y="4895470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5C6ABD-DEB2-3465-690C-FC25E0CC65E5}"/>
              </a:ext>
            </a:extLst>
          </p:cNvPr>
          <p:cNvSpPr txBox="1"/>
          <p:nvPr/>
        </p:nvSpPr>
        <p:spPr>
          <a:xfrm>
            <a:off x="2598304" y="5368333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Incorporar</a:t>
            </a:r>
          </a:p>
        </p:txBody>
      </p:sp>
      <p:sp>
        <p:nvSpPr>
          <p:cNvPr id="14" name="Seta: Dobrada 13">
            <a:extLst>
              <a:ext uri="{FF2B5EF4-FFF2-40B4-BE49-F238E27FC236}">
                <a16:creationId xmlns:a16="http://schemas.microsoft.com/office/drawing/2014/main" id="{549D8991-C9EE-936A-709E-7A957954BF62}"/>
              </a:ext>
            </a:extLst>
          </p:cNvPr>
          <p:cNvSpPr/>
          <p:nvPr/>
        </p:nvSpPr>
        <p:spPr>
          <a:xfrm rot="5400000">
            <a:off x="8245560" y="2344604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6AFBB2-65A7-B687-049F-DFC70AACE43E}"/>
              </a:ext>
            </a:extLst>
          </p:cNvPr>
          <p:cNvSpPr txBox="1"/>
          <p:nvPr/>
        </p:nvSpPr>
        <p:spPr>
          <a:xfrm>
            <a:off x="5295226" y="6205561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Oráculo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19B7079-26BD-A6F1-B8CB-98F6A4658333}"/>
              </a:ext>
            </a:extLst>
          </p:cNvPr>
          <p:cNvSpPr/>
          <p:nvPr/>
        </p:nvSpPr>
        <p:spPr>
          <a:xfrm>
            <a:off x="2060510" y="6496960"/>
            <a:ext cx="8070980" cy="331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Fonte: Adaptado de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Settles, B. (2009). Active learning literature survey.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7C2AD63-7996-F646-3B54-C00608EF8432}"/>
              </a:ext>
            </a:extLst>
          </p:cNvPr>
          <p:cNvSpPr txBox="1"/>
          <p:nvPr/>
        </p:nvSpPr>
        <p:spPr>
          <a:xfrm>
            <a:off x="8531104" y="265313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Predizer</a:t>
            </a:r>
          </a:p>
        </p:txBody>
      </p:sp>
      <p:sp>
        <p:nvSpPr>
          <p:cNvPr id="6" name="Fluxograma: Disco Magnético 5">
            <a:extLst>
              <a:ext uri="{FF2B5EF4-FFF2-40B4-BE49-F238E27FC236}">
                <a16:creationId xmlns:a16="http://schemas.microsoft.com/office/drawing/2014/main" id="{CC154E42-BF52-F235-89F1-BEEE2C3E2D88}"/>
              </a:ext>
            </a:extLst>
          </p:cNvPr>
          <p:cNvSpPr/>
          <p:nvPr/>
        </p:nvSpPr>
        <p:spPr>
          <a:xfrm>
            <a:off x="1344545" y="4049411"/>
            <a:ext cx="2333537" cy="24328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Semente (1000)</a:t>
            </a:r>
          </a:p>
        </p:txBody>
      </p:sp>
      <p:sp>
        <p:nvSpPr>
          <p:cNvPr id="3" name="Fluxograma: Disco Magnético 2">
            <a:extLst>
              <a:ext uri="{FF2B5EF4-FFF2-40B4-BE49-F238E27FC236}">
                <a16:creationId xmlns:a16="http://schemas.microsoft.com/office/drawing/2014/main" id="{EFA41282-F202-D246-5F65-984ADFD5B122}"/>
              </a:ext>
            </a:extLst>
          </p:cNvPr>
          <p:cNvSpPr/>
          <p:nvPr/>
        </p:nvSpPr>
        <p:spPr>
          <a:xfrm>
            <a:off x="7859087" y="3539556"/>
            <a:ext cx="2409038" cy="137732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Base “não rotulada”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9AE5DA42-5CA8-F909-B193-07C66AD126D3}"/>
              </a:ext>
            </a:extLst>
          </p:cNvPr>
          <p:cNvSpPr/>
          <p:nvPr/>
        </p:nvSpPr>
        <p:spPr>
          <a:xfrm>
            <a:off x="10432281" y="4063479"/>
            <a:ext cx="310883" cy="2292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AFE06C8-9344-4150-B96D-298971DA132E}"/>
              </a:ext>
            </a:extLst>
          </p:cNvPr>
          <p:cNvSpPr/>
          <p:nvPr/>
        </p:nvSpPr>
        <p:spPr>
          <a:xfrm>
            <a:off x="5969649" y="5520395"/>
            <a:ext cx="1083555" cy="651043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500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6B9E6F8-7F7F-47C5-7473-5502EB23FDCA}"/>
              </a:ext>
            </a:extLst>
          </p:cNvPr>
          <p:cNvSpPr/>
          <p:nvPr/>
        </p:nvSpPr>
        <p:spPr>
          <a:xfrm>
            <a:off x="4494562" y="4358574"/>
            <a:ext cx="2558642" cy="2138385"/>
          </a:xfrm>
          <a:prstGeom prst="roundRect">
            <a:avLst/>
          </a:prstGeom>
          <a:solidFill>
            <a:schemeClr val="accent4">
              <a:lumMod val="40000"/>
              <a:lumOff val="60000"/>
              <a:alpha val="61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111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05EDD-859A-B918-7668-9CE2DE44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 SOLUÇÃO: Aprendizado Ativo</a:t>
            </a:r>
            <a:br>
              <a:rPr lang="pt-BR" dirty="0"/>
            </a:b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61C86F2-FA1A-D55D-9247-C84B03BBA137}"/>
              </a:ext>
            </a:extLst>
          </p:cNvPr>
          <p:cNvSpPr/>
          <p:nvPr/>
        </p:nvSpPr>
        <p:spPr>
          <a:xfrm>
            <a:off x="4545434" y="2184395"/>
            <a:ext cx="2558642" cy="937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Classificador</a:t>
            </a:r>
          </a:p>
        </p:txBody>
      </p:sp>
      <p:pic>
        <p:nvPicPr>
          <p:cNvPr id="7" name="Gráfico 6" descr="Homem com preenchimento sólido">
            <a:extLst>
              <a:ext uri="{FF2B5EF4-FFF2-40B4-BE49-F238E27FC236}">
                <a16:creationId xmlns:a16="http://schemas.microsoft.com/office/drawing/2014/main" id="{90C9B7FD-7843-74E8-1981-8E1107421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6960" y="4411715"/>
            <a:ext cx="1793846" cy="1793846"/>
          </a:xfrm>
          <a:prstGeom prst="rect">
            <a:avLst/>
          </a:prstGeom>
        </p:spPr>
      </p:pic>
      <p:sp>
        <p:nvSpPr>
          <p:cNvPr id="9" name="Seta: Dobrada 8">
            <a:extLst>
              <a:ext uri="{FF2B5EF4-FFF2-40B4-BE49-F238E27FC236}">
                <a16:creationId xmlns:a16="http://schemas.microsoft.com/office/drawing/2014/main" id="{F9D225A7-AC6F-3D72-E922-3385490D7433}"/>
              </a:ext>
            </a:extLst>
          </p:cNvPr>
          <p:cNvSpPr/>
          <p:nvPr/>
        </p:nvSpPr>
        <p:spPr>
          <a:xfrm>
            <a:off x="2323169" y="2362519"/>
            <a:ext cx="1140903" cy="93747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Ensinar</a:t>
            </a:r>
          </a:p>
        </p:txBody>
      </p:sp>
      <p:sp>
        <p:nvSpPr>
          <p:cNvPr id="10" name="Seta: Dobrada 9">
            <a:extLst>
              <a:ext uri="{FF2B5EF4-FFF2-40B4-BE49-F238E27FC236}">
                <a16:creationId xmlns:a16="http://schemas.microsoft.com/office/drawing/2014/main" id="{6458A28D-A75B-DC30-2B1E-2B8D7985A6B5}"/>
              </a:ext>
            </a:extLst>
          </p:cNvPr>
          <p:cNvSpPr/>
          <p:nvPr/>
        </p:nvSpPr>
        <p:spPr>
          <a:xfrm rot="10800000">
            <a:off x="8083694" y="5001438"/>
            <a:ext cx="1149292" cy="117957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1A30F44-81D3-A43A-FA8B-1A77087670DA}"/>
              </a:ext>
            </a:extLst>
          </p:cNvPr>
          <p:cNvSpPr txBox="1"/>
          <p:nvPr/>
        </p:nvSpPr>
        <p:spPr>
          <a:xfrm>
            <a:off x="8531104" y="5489020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Selecionar Instâncias</a:t>
            </a:r>
          </a:p>
        </p:txBody>
      </p:sp>
      <p:sp>
        <p:nvSpPr>
          <p:cNvPr id="12" name="Seta: Dobrada 11">
            <a:extLst>
              <a:ext uri="{FF2B5EF4-FFF2-40B4-BE49-F238E27FC236}">
                <a16:creationId xmlns:a16="http://schemas.microsoft.com/office/drawing/2014/main" id="{1CA563BE-1320-8F74-A8D7-D724F5D440DF}"/>
              </a:ext>
            </a:extLst>
          </p:cNvPr>
          <p:cNvSpPr/>
          <p:nvPr/>
        </p:nvSpPr>
        <p:spPr>
          <a:xfrm rot="16200000">
            <a:off x="2379676" y="4895470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5C6ABD-DEB2-3465-690C-FC25E0CC65E5}"/>
              </a:ext>
            </a:extLst>
          </p:cNvPr>
          <p:cNvSpPr txBox="1"/>
          <p:nvPr/>
        </p:nvSpPr>
        <p:spPr>
          <a:xfrm>
            <a:off x="2598304" y="5368333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Incorporar</a:t>
            </a:r>
          </a:p>
        </p:txBody>
      </p:sp>
      <p:sp>
        <p:nvSpPr>
          <p:cNvPr id="14" name="Seta: Dobrada 13">
            <a:extLst>
              <a:ext uri="{FF2B5EF4-FFF2-40B4-BE49-F238E27FC236}">
                <a16:creationId xmlns:a16="http://schemas.microsoft.com/office/drawing/2014/main" id="{549D8991-C9EE-936A-709E-7A957954BF62}"/>
              </a:ext>
            </a:extLst>
          </p:cNvPr>
          <p:cNvSpPr/>
          <p:nvPr/>
        </p:nvSpPr>
        <p:spPr>
          <a:xfrm rot="5400000">
            <a:off x="8245560" y="2344604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6AFBB2-65A7-B687-049F-DFC70AACE43E}"/>
              </a:ext>
            </a:extLst>
          </p:cNvPr>
          <p:cNvSpPr txBox="1"/>
          <p:nvPr/>
        </p:nvSpPr>
        <p:spPr>
          <a:xfrm>
            <a:off x="5295226" y="6205561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Oráculo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19B7079-26BD-A6F1-B8CB-98F6A4658333}"/>
              </a:ext>
            </a:extLst>
          </p:cNvPr>
          <p:cNvSpPr/>
          <p:nvPr/>
        </p:nvSpPr>
        <p:spPr>
          <a:xfrm>
            <a:off x="2060510" y="6496960"/>
            <a:ext cx="8070980" cy="331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Fonte: Adaptado de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Settles, B. (2009). Active learning literature survey.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7C2AD63-7996-F646-3B54-C00608EF8432}"/>
              </a:ext>
            </a:extLst>
          </p:cNvPr>
          <p:cNvSpPr txBox="1"/>
          <p:nvPr/>
        </p:nvSpPr>
        <p:spPr>
          <a:xfrm>
            <a:off x="8531104" y="265313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Predizer</a:t>
            </a:r>
          </a:p>
        </p:txBody>
      </p:sp>
      <p:sp>
        <p:nvSpPr>
          <p:cNvPr id="6" name="Fluxograma: Disco Magnético 5">
            <a:extLst>
              <a:ext uri="{FF2B5EF4-FFF2-40B4-BE49-F238E27FC236}">
                <a16:creationId xmlns:a16="http://schemas.microsoft.com/office/drawing/2014/main" id="{CC154E42-BF52-F235-89F1-BEEE2C3E2D88}"/>
              </a:ext>
            </a:extLst>
          </p:cNvPr>
          <p:cNvSpPr/>
          <p:nvPr/>
        </p:nvSpPr>
        <p:spPr>
          <a:xfrm>
            <a:off x="1344545" y="4049411"/>
            <a:ext cx="2333537" cy="24328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Semente (1000)</a:t>
            </a:r>
          </a:p>
        </p:txBody>
      </p:sp>
      <p:sp>
        <p:nvSpPr>
          <p:cNvPr id="3" name="Fluxograma: Disco Magnético 2">
            <a:extLst>
              <a:ext uri="{FF2B5EF4-FFF2-40B4-BE49-F238E27FC236}">
                <a16:creationId xmlns:a16="http://schemas.microsoft.com/office/drawing/2014/main" id="{EFA41282-F202-D246-5F65-984ADFD5B122}"/>
              </a:ext>
            </a:extLst>
          </p:cNvPr>
          <p:cNvSpPr/>
          <p:nvPr/>
        </p:nvSpPr>
        <p:spPr>
          <a:xfrm>
            <a:off x="7859087" y="3539556"/>
            <a:ext cx="2409038" cy="137732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Base “não rotulada”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9AE5DA42-5CA8-F909-B193-07C66AD126D3}"/>
              </a:ext>
            </a:extLst>
          </p:cNvPr>
          <p:cNvSpPr/>
          <p:nvPr/>
        </p:nvSpPr>
        <p:spPr>
          <a:xfrm>
            <a:off x="10432281" y="4063479"/>
            <a:ext cx="310883" cy="2292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AFE06C8-9344-4150-B96D-298971DA132E}"/>
              </a:ext>
            </a:extLst>
          </p:cNvPr>
          <p:cNvSpPr/>
          <p:nvPr/>
        </p:nvSpPr>
        <p:spPr>
          <a:xfrm>
            <a:off x="3051295" y="4763539"/>
            <a:ext cx="1083555" cy="651043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500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6B9E6F8-7F7F-47C5-7473-5502EB23FDCA}"/>
              </a:ext>
            </a:extLst>
          </p:cNvPr>
          <p:cNvSpPr/>
          <p:nvPr/>
        </p:nvSpPr>
        <p:spPr>
          <a:xfrm>
            <a:off x="1771974" y="4809787"/>
            <a:ext cx="2558642" cy="1272231"/>
          </a:xfrm>
          <a:prstGeom prst="roundRect">
            <a:avLst/>
          </a:prstGeom>
          <a:solidFill>
            <a:schemeClr val="accent4">
              <a:lumMod val="40000"/>
              <a:lumOff val="60000"/>
              <a:alpha val="61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292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6B9E6F8-7F7F-47C5-7473-5502EB23FDCA}"/>
              </a:ext>
            </a:extLst>
          </p:cNvPr>
          <p:cNvSpPr/>
          <p:nvPr/>
        </p:nvSpPr>
        <p:spPr>
          <a:xfrm>
            <a:off x="770884" y="3476472"/>
            <a:ext cx="3480857" cy="1272231"/>
          </a:xfrm>
          <a:prstGeom prst="roundRect">
            <a:avLst/>
          </a:prstGeom>
          <a:solidFill>
            <a:schemeClr val="accent4">
              <a:lumMod val="40000"/>
              <a:lumOff val="60000"/>
              <a:alpha val="61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D05EDD-859A-B918-7668-9CE2DE44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 SOLUÇÃO: Aprendizado Ativo</a:t>
            </a:r>
            <a:br>
              <a:rPr lang="pt-BR" dirty="0"/>
            </a:b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61C86F2-FA1A-D55D-9247-C84B03BBA137}"/>
              </a:ext>
            </a:extLst>
          </p:cNvPr>
          <p:cNvSpPr/>
          <p:nvPr/>
        </p:nvSpPr>
        <p:spPr>
          <a:xfrm>
            <a:off x="4545434" y="2184395"/>
            <a:ext cx="2558642" cy="937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Classificador</a:t>
            </a:r>
          </a:p>
        </p:txBody>
      </p:sp>
      <p:pic>
        <p:nvPicPr>
          <p:cNvPr id="7" name="Gráfico 6" descr="Homem com preenchimento sólido">
            <a:extLst>
              <a:ext uri="{FF2B5EF4-FFF2-40B4-BE49-F238E27FC236}">
                <a16:creationId xmlns:a16="http://schemas.microsoft.com/office/drawing/2014/main" id="{90C9B7FD-7843-74E8-1981-8E1107421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6960" y="4411715"/>
            <a:ext cx="1793846" cy="1793846"/>
          </a:xfrm>
          <a:prstGeom prst="rect">
            <a:avLst/>
          </a:prstGeom>
        </p:spPr>
      </p:pic>
      <p:sp>
        <p:nvSpPr>
          <p:cNvPr id="9" name="Seta: Dobrada 8">
            <a:extLst>
              <a:ext uri="{FF2B5EF4-FFF2-40B4-BE49-F238E27FC236}">
                <a16:creationId xmlns:a16="http://schemas.microsoft.com/office/drawing/2014/main" id="{F9D225A7-AC6F-3D72-E922-3385490D7433}"/>
              </a:ext>
            </a:extLst>
          </p:cNvPr>
          <p:cNvSpPr/>
          <p:nvPr/>
        </p:nvSpPr>
        <p:spPr>
          <a:xfrm>
            <a:off x="2323169" y="2362519"/>
            <a:ext cx="1140903" cy="93747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Ensinar</a:t>
            </a:r>
          </a:p>
        </p:txBody>
      </p:sp>
      <p:sp>
        <p:nvSpPr>
          <p:cNvPr id="10" name="Seta: Dobrada 9">
            <a:extLst>
              <a:ext uri="{FF2B5EF4-FFF2-40B4-BE49-F238E27FC236}">
                <a16:creationId xmlns:a16="http://schemas.microsoft.com/office/drawing/2014/main" id="{6458A28D-A75B-DC30-2B1E-2B8D7985A6B5}"/>
              </a:ext>
            </a:extLst>
          </p:cNvPr>
          <p:cNvSpPr/>
          <p:nvPr/>
        </p:nvSpPr>
        <p:spPr>
          <a:xfrm rot="10800000">
            <a:off x="8083694" y="5001438"/>
            <a:ext cx="1149292" cy="117957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1A30F44-81D3-A43A-FA8B-1A77087670DA}"/>
              </a:ext>
            </a:extLst>
          </p:cNvPr>
          <p:cNvSpPr txBox="1"/>
          <p:nvPr/>
        </p:nvSpPr>
        <p:spPr>
          <a:xfrm>
            <a:off x="8531104" y="5489020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Selecionar Instâncias</a:t>
            </a:r>
          </a:p>
        </p:txBody>
      </p:sp>
      <p:sp>
        <p:nvSpPr>
          <p:cNvPr id="12" name="Seta: Dobrada 11">
            <a:extLst>
              <a:ext uri="{FF2B5EF4-FFF2-40B4-BE49-F238E27FC236}">
                <a16:creationId xmlns:a16="http://schemas.microsoft.com/office/drawing/2014/main" id="{1CA563BE-1320-8F74-A8D7-D724F5D440DF}"/>
              </a:ext>
            </a:extLst>
          </p:cNvPr>
          <p:cNvSpPr/>
          <p:nvPr/>
        </p:nvSpPr>
        <p:spPr>
          <a:xfrm rot="16200000">
            <a:off x="2379676" y="4895470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5C6ABD-DEB2-3465-690C-FC25E0CC65E5}"/>
              </a:ext>
            </a:extLst>
          </p:cNvPr>
          <p:cNvSpPr txBox="1"/>
          <p:nvPr/>
        </p:nvSpPr>
        <p:spPr>
          <a:xfrm>
            <a:off x="2598304" y="5368333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Incorporar</a:t>
            </a:r>
          </a:p>
        </p:txBody>
      </p:sp>
      <p:sp>
        <p:nvSpPr>
          <p:cNvPr id="14" name="Seta: Dobrada 13">
            <a:extLst>
              <a:ext uri="{FF2B5EF4-FFF2-40B4-BE49-F238E27FC236}">
                <a16:creationId xmlns:a16="http://schemas.microsoft.com/office/drawing/2014/main" id="{549D8991-C9EE-936A-709E-7A957954BF62}"/>
              </a:ext>
            </a:extLst>
          </p:cNvPr>
          <p:cNvSpPr/>
          <p:nvPr/>
        </p:nvSpPr>
        <p:spPr>
          <a:xfrm rot="5400000">
            <a:off x="8245560" y="2344604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6AFBB2-65A7-B687-049F-DFC70AACE43E}"/>
              </a:ext>
            </a:extLst>
          </p:cNvPr>
          <p:cNvSpPr txBox="1"/>
          <p:nvPr/>
        </p:nvSpPr>
        <p:spPr>
          <a:xfrm>
            <a:off x="5295226" y="6205561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Oráculo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19B7079-26BD-A6F1-B8CB-98F6A4658333}"/>
              </a:ext>
            </a:extLst>
          </p:cNvPr>
          <p:cNvSpPr/>
          <p:nvPr/>
        </p:nvSpPr>
        <p:spPr>
          <a:xfrm>
            <a:off x="2060510" y="6496960"/>
            <a:ext cx="8070980" cy="331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Fonte: Adaptado de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Settles, B. (2009). Active learning literature survey.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7C2AD63-7996-F646-3B54-C00608EF8432}"/>
              </a:ext>
            </a:extLst>
          </p:cNvPr>
          <p:cNvSpPr txBox="1"/>
          <p:nvPr/>
        </p:nvSpPr>
        <p:spPr>
          <a:xfrm>
            <a:off x="8531104" y="265313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Predizer</a:t>
            </a:r>
          </a:p>
        </p:txBody>
      </p:sp>
      <p:sp>
        <p:nvSpPr>
          <p:cNvPr id="6" name="Fluxograma: Disco Magnético 5">
            <a:extLst>
              <a:ext uri="{FF2B5EF4-FFF2-40B4-BE49-F238E27FC236}">
                <a16:creationId xmlns:a16="http://schemas.microsoft.com/office/drawing/2014/main" id="{CC154E42-BF52-F235-89F1-BEEE2C3E2D88}"/>
              </a:ext>
            </a:extLst>
          </p:cNvPr>
          <p:cNvSpPr/>
          <p:nvPr/>
        </p:nvSpPr>
        <p:spPr>
          <a:xfrm>
            <a:off x="1344545" y="4049411"/>
            <a:ext cx="2333537" cy="24328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Base de Aprendizado (1500)</a:t>
            </a:r>
          </a:p>
        </p:txBody>
      </p:sp>
      <p:sp>
        <p:nvSpPr>
          <p:cNvPr id="3" name="Fluxograma: Disco Magnético 2">
            <a:extLst>
              <a:ext uri="{FF2B5EF4-FFF2-40B4-BE49-F238E27FC236}">
                <a16:creationId xmlns:a16="http://schemas.microsoft.com/office/drawing/2014/main" id="{EFA41282-F202-D246-5F65-984ADFD5B122}"/>
              </a:ext>
            </a:extLst>
          </p:cNvPr>
          <p:cNvSpPr/>
          <p:nvPr/>
        </p:nvSpPr>
        <p:spPr>
          <a:xfrm>
            <a:off x="7859087" y="3539556"/>
            <a:ext cx="2409038" cy="137732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Base “não rotulada”</a:t>
            </a:r>
          </a:p>
        </p:txBody>
      </p:sp>
    </p:spTree>
    <p:extLst>
      <p:ext uri="{BB962C8B-B14F-4D97-AF65-F5344CB8AC3E}">
        <p14:creationId xmlns:p14="http://schemas.microsoft.com/office/powerpoint/2010/main" val="13556614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6B9E6F8-7F7F-47C5-7473-5502EB23FDCA}"/>
              </a:ext>
            </a:extLst>
          </p:cNvPr>
          <p:cNvSpPr/>
          <p:nvPr/>
        </p:nvSpPr>
        <p:spPr>
          <a:xfrm>
            <a:off x="1704234" y="1673637"/>
            <a:ext cx="2741931" cy="1680767"/>
          </a:xfrm>
          <a:prstGeom prst="roundRect">
            <a:avLst/>
          </a:prstGeom>
          <a:solidFill>
            <a:schemeClr val="accent4">
              <a:lumMod val="40000"/>
              <a:lumOff val="60000"/>
              <a:alpha val="61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D05EDD-859A-B918-7668-9CE2DE44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 SOLUÇÃO: Aprendizado Ativo para Aprimoramento Ativo</a:t>
            </a:r>
            <a:br>
              <a:rPr lang="pt-BR" dirty="0"/>
            </a:b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61C86F2-FA1A-D55D-9247-C84B03BBA137}"/>
              </a:ext>
            </a:extLst>
          </p:cNvPr>
          <p:cNvSpPr/>
          <p:nvPr/>
        </p:nvSpPr>
        <p:spPr>
          <a:xfrm>
            <a:off x="6104557" y="2064924"/>
            <a:ext cx="2558642" cy="937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Classificador</a:t>
            </a:r>
          </a:p>
        </p:txBody>
      </p:sp>
      <p:pic>
        <p:nvPicPr>
          <p:cNvPr id="7" name="Gráfico 6" descr="Homem com preenchimento sólido">
            <a:extLst>
              <a:ext uri="{FF2B5EF4-FFF2-40B4-BE49-F238E27FC236}">
                <a16:creationId xmlns:a16="http://schemas.microsoft.com/office/drawing/2014/main" id="{90C9B7FD-7843-74E8-1981-8E1107421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6960" y="4411715"/>
            <a:ext cx="1793846" cy="1793846"/>
          </a:xfrm>
          <a:prstGeom prst="rect">
            <a:avLst/>
          </a:prstGeom>
        </p:spPr>
      </p:pic>
      <p:sp>
        <p:nvSpPr>
          <p:cNvPr id="9" name="Seta: Dobrada 8">
            <a:extLst>
              <a:ext uri="{FF2B5EF4-FFF2-40B4-BE49-F238E27FC236}">
                <a16:creationId xmlns:a16="http://schemas.microsoft.com/office/drawing/2014/main" id="{F9D225A7-AC6F-3D72-E922-3385490D7433}"/>
              </a:ext>
            </a:extLst>
          </p:cNvPr>
          <p:cNvSpPr/>
          <p:nvPr/>
        </p:nvSpPr>
        <p:spPr>
          <a:xfrm>
            <a:off x="788766" y="2353273"/>
            <a:ext cx="1140903" cy="93747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Avaliar</a:t>
            </a:r>
          </a:p>
        </p:txBody>
      </p:sp>
      <p:sp>
        <p:nvSpPr>
          <p:cNvPr id="10" name="Seta: Dobrada 9">
            <a:extLst>
              <a:ext uri="{FF2B5EF4-FFF2-40B4-BE49-F238E27FC236}">
                <a16:creationId xmlns:a16="http://schemas.microsoft.com/office/drawing/2014/main" id="{6458A28D-A75B-DC30-2B1E-2B8D7985A6B5}"/>
              </a:ext>
            </a:extLst>
          </p:cNvPr>
          <p:cNvSpPr/>
          <p:nvPr/>
        </p:nvSpPr>
        <p:spPr>
          <a:xfrm rot="10800000">
            <a:off x="8779980" y="4800984"/>
            <a:ext cx="1149292" cy="117957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1A30F44-81D3-A43A-FA8B-1A77087670DA}"/>
              </a:ext>
            </a:extLst>
          </p:cNvPr>
          <p:cNvSpPr txBox="1"/>
          <p:nvPr/>
        </p:nvSpPr>
        <p:spPr>
          <a:xfrm>
            <a:off x="9227390" y="5288566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Selecionar Instâncias</a:t>
            </a:r>
          </a:p>
        </p:txBody>
      </p:sp>
      <p:sp>
        <p:nvSpPr>
          <p:cNvPr id="12" name="Seta: Dobrada 11">
            <a:extLst>
              <a:ext uri="{FF2B5EF4-FFF2-40B4-BE49-F238E27FC236}">
                <a16:creationId xmlns:a16="http://schemas.microsoft.com/office/drawing/2014/main" id="{1CA563BE-1320-8F74-A8D7-D724F5D440DF}"/>
              </a:ext>
            </a:extLst>
          </p:cNvPr>
          <p:cNvSpPr/>
          <p:nvPr/>
        </p:nvSpPr>
        <p:spPr>
          <a:xfrm rot="16200000">
            <a:off x="1823897" y="4896165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5C6ABD-DEB2-3465-690C-FC25E0CC65E5}"/>
              </a:ext>
            </a:extLst>
          </p:cNvPr>
          <p:cNvSpPr txBox="1"/>
          <p:nvPr/>
        </p:nvSpPr>
        <p:spPr>
          <a:xfrm>
            <a:off x="2042525" y="5369028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Incorporar</a:t>
            </a:r>
          </a:p>
        </p:txBody>
      </p:sp>
      <p:sp>
        <p:nvSpPr>
          <p:cNvPr id="14" name="Seta: Dobrada 13">
            <a:extLst>
              <a:ext uri="{FF2B5EF4-FFF2-40B4-BE49-F238E27FC236}">
                <a16:creationId xmlns:a16="http://schemas.microsoft.com/office/drawing/2014/main" id="{549D8991-C9EE-936A-709E-7A957954BF62}"/>
              </a:ext>
            </a:extLst>
          </p:cNvPr>
          <p:cNvSpPr/>
          <p:nvPr/>
        </p:nvSpPr>
        <p:spPr>
          <a:xfrm rot="5400000">
            <a:off x="8953731" y="2270008"/>
            <a:ext cx="964734" cy="120405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6AFBB2-65A7-B687-049F-DFC70AACE43E}"/>
              </a:ext>
            </a:extLst>
          </p:cNvPr>
          <p:cNvSpPr txBox="1"/>
          <p:nvPr/>
        </p:nvSpPr>
        <p:spPr>
          <a:xfrm>
            <a:off x="5295226" y="6205561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Oráculo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19B7079-26BD-A6F1-B8CB-98F6A4658333}"/>
              </a:ext>
            </a:extLst>
          </p:cNvPr>
          <p:cNvSpPr/>
          <p:nvPr/>
        </p:nvSpPr>
        <p:spPr>
          <a:xfrm>
            <a:off x="2060510" y="6496960"/>
            <a:ext cx="8070980" cy="331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Fonte: Adaptado de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Settles, B. (2009). Active learning literature survey.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7C2AD63-7996-F646-3B54-C00608EF8432}"/>
              </a:ext>
            </a:extLst>
          </p:cNvPr>
          <p:cNvSpPr txBox="1"/>
          <p:nvPr/>
        </p:nvSpPr>
        <p:spPr>
          <a:xfrm>
            <a:off x="9125046" y="2637342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Predizer</a:t>
            </a:r>
          </a:p>
        </p:txBody>
      </p:sp>
      <p:sp>
        <p:nvSpPr>
          <p:cNvPr id="6" name="Fluxograma: Disco Magnético 5">
            <a:extLst>
              <a:ext uri="{FF2B5EF4-FFF2-40B4-BE49-F238E27FC236}">
                <a16:creationId xmlns:a16="http://schemas.microsoft.com/office/drawing/2014/main" id="{CC154E42-BF52-F235-89F1-BEEE2C3E2D88}"/>
              </a:ext>
            </a:extLst>
          </p:cNvPr>
          <p:cNvSpPr/>
          <p:nvPr/>
        </p:nvSpPr>
        <p:spPr>
          <a:xfrm>
            <a:off x="788766" y="4050106"/>
            <a:ext cx="2333537" cy="24328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Semente (1500)</a:t>
            </a:r>
          </a:p>
        </p:txBody>
      </p:sp>
      <p:sp>
        <p:nvSpPr>
          <p:cNvPr id="3" name="Fluxograma: Disco Magnético 2">
            <a:extLst>
              <a:ext uri="{FF2B5EF4-FFF2-40B4-BE49-F238E27FC236}">
                <a16:creationId xmlns:a16="http://schemas.microsoft.com/office/drawing/2014/main" id="{EFA41282-F202-D246-5F65-984ADFD5B122}"/>
              </a:ext>
            </a:extLst>
          </p:cNvPr>
          <p:cNvSpPr/>
          <p:nvPr/>
        </p:nvSpPr>
        <p:spPr>
          <a:xfrm>
            <a:off x="8555373" y="3339102"/>
            <a:ext cx="2409038" cy="137732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Base “não rotulada”</a:t>
            </a:r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9E811047-1577-6CA5-1FE2-49E66978C35C}"/>
              </a:ext>
            </a:extLst>
          </p:cNvPr>
          <p:cNvSpPr/>
          <p:nvPr/>
        </p:nvSpPr>
        <p:spPr>
          <a:xfrm>
            <a:off x="4151726" y="2357394"/>
            <a:ext cx="1793846" cy="510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Ensinar</a:t>
            </a:r>
          </a:p>
        </p:txBody>
      </p:sp>
      <p:sp>
        <p:nvSpPr>
          <p:cNvPr id="20" name="Fluxograma: Disco Magnético 19">
            <a:extLst>
              <a:ext uri="{FF2B5EF4-FFF2-40B4-BE49-F238E27FC236}">
                <a16:creationId xmlns:a16="http://schemas.microsoft.com/office/drawing/2014/main" id="{297CAC6E-835C-1121-D004-8B4A27DDB889}"/>
              </a:ext>
            </a:extLst>
          </p:cNvPr>
          <p:cNvSpPr/>
          <p:nvPr/>
        </p:nvSpPr>
        <p:spPr>
          <a:xfrm>
            <a:off x="2042408" y="1692065"/>
            <a:ext cx="1996579" cy="1559133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Base de Validação</a:t>
            </a:r>
          </a:p>
          <a:p>
            <a:pPr algn="ctr"/>
            <a:r>
              <a:rPr lang="pt-BR" dirty="0"/>
              <a:t>60k Rotulados</a:t>
            </a:r>
          </a:p>
          <a:p>
            <a:pPr algn="ctr"/>
            <a:r>
              <a:rPr lang="pt-BR" dirty="0"/>
              <a:t>Avaliar Generalização</a:t>
            </a: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7171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DA2CD-C873-150A-6EE1-1B8E0B66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Validação Interna </a:t>
            </a:r>
          </a:p>
        </p:txBody>
      </p:sp>
      <p:sp>
        <p:nvSpPr>
          <p:cNvPr id="4" name="Fluxograma: Disco Magnético 3">
            <a:extLst>
              <a:ext uri="{FF2B5EF4-FFF2-40B4-BE49-F238E27FC236}">
                <a16:creationId xmlns:a16="http://schemas.microsoft.com/office/drawing/2014/main" id="{1B75BB49-271E-4F6C-462B-FA97C5503B84}"/>
              </a:ext>
            </a:extLst>
          </p:cNvPr>
          <p:cNvSpPr/>
          <p:nvPr/>
        </p:nvSpPr>
        <p:spPr>
          <a:xfrm>
            <a:off x="175195" y="4168041"/>
            <a:ext cx="2333537" cy="67181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Base de Aprendizado</a:t>
            </a:r>
          </a:p>
        </p:txBody>
      </p:sp>
      <p:sp>
        <p:nvSpPr>
          <p:cNvPr id="6" name="Fluxograma: Disco Magnético 5">
            <a:extLst>
              <a:ext uri="{FF2B5EF4-FFF2-40B4-BE49-F238E27FC236}">
                <a16:creationId xmlns:a16="http://schemas.microsoft.com/office/drawing/2014/main" id="{572FC6C5-BDDD-6FE8-55DB-F1FE23BE2587}"/>
              </a:ext>
            </a:extLst>
          </p:cNvPr>
          <p:cNvSpPr/>
          <p:nvPr/>
        </p:nvSpPr>
        <p:spPr>
          <a:xfrm>
            <a:off x="2798628" y="3598640"/>
            <a:ext cx="2333537" cy="491693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Fold</a:t>
            </a:r>
            <a:endParaRPr lang="pt-BR" dirty="0"/>
          </a:p>
        </p:txBody>
      </p:sp>
      <p:sp>
        <p:nvSpPr>
          <p:cNvPr id="7" name="Fluxograma: Disco Magnético 6">
            <a:extLst>
              <a:ext uri="{FF2B5EF4-FFF2-40B4-BE49-F238E27FC236}">
                <a16:creationId xmlns:a16="http://schemas.microsoft.com/office/drawing/2014/main" id="{1BA453FF-B8F8-A031-AD7D-188556B782D8}"/>
              </a:ext>
            </a:extLst>
          </p:cNvPr>
          <p:cNvSpPr/>
          <p:nvPr/>
        </p:nvSpPr>
        <p:spPr>
          <a:xfrm>
            <a:off x="2798628" y="4942276"/>
            <a:ext cx="2333537" cy="491693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Fold</a:t>
            </a:r>
            <a:endParaRPr lang="pt-BR" dirty="0"/>
          </a:p>
        </p:txBody>
      </p:sp>
      <p:sp>
        <p:nvSpPr>
          <p:cNvPr id="8" name="Fluxograma: Disco Magnético 7">
            <a:extLst>
              <a:ext uri="{FF2B5EF4-FFF2-40B4-BE49-F238E27FC236}">
                <a16:creationId xmlns:a16="http://schemas.microsoft.com/office/drawing/2014/main" id="{83859872-C00D-75E0-CDD6-F2AA66B6D39A}"/>
              </a:ext>
            </a:extLst>
          </p:cNvPr>
          <p:cNvSpPr/>
          <p:nvPr/>
        </p:nvSpPr>
        <p:spPr>
          <a:xfrm>
            <a:off x="2781849" y="4270458"/>
            <a:ext cx="2333537" cy="491693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...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DA3DDEF-800D-9D07-0455-C51880D5CA09}"/>
              </a:ext>
            </a:extLst>
          </p:cNvPr>
          <p:cNvSpPr/>
          <p:nvPr/>
        </p:nvSpPr>
        <p:spPr>
          <a:xfrm>
            <a:off x="5661619" y="3902390"/>
            <a:ext cx="2558642" cy="937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Classificador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0" name="Gráfico 9">
                <a:extLst>
                  <a:ext uri="{FF2B5EF4-FFF2-40B4-BE49-F238E27FC236}">
                    <a16:creationId xmlns:a16="http://schemas.microsoft.com/office/drawing/2014/main" id="{DC5CAE2E-579B-C5CC-3F9B-97CFDE300F6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6723448"/>
                  </p:ext>
                </p:extLst>
              </p:nvPr>
            </p:nvGraphicFramePr>
            <p:xfrm>
              <a:off x="8749716" y="2999525"/>
              <a:ext cx="2840175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10" name="Gráfico 9">
                <a:extLst>
                  <a:ext uri="{FF2B5EF4-FFF2-40B4-BE49-F238E27FC236}">
                    <a16:creationId xmlns:a16="http://schemas.microsoft.com/office/drawing/2014/main" id="{DC5CAE2E-579B-C5CC-3F9B-97CFDE300F6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49716" y="2999525"/>
                <a:ext cx="2840175" cy="27432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4E931C9-CEB3-D1C7-7FBE-E0B6D166C79F}"/>
              </a:ext>
            </a:extLst>
          </p:cNvPr>
          <p:cNvSpPr/>
          <p:nvPr/>
        </p:nvSpPr>
        <p:spPr>
          <a:xfrm>
            <a:off x="8937135" y="2561164"/>
            <a:ext cx="2558642" cy="35931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Acurácia</a:t>
            </a:r>
          </a:p>
        </p:txBody>
      </p:sp>
    </p:spTree>
    <p:extLst>
      <p:ext uri="{BB962C8B-B14F-4D97-AF65-F5344CB8AC3E}">
        <p14:creationId xmlns:p14="http://schemas.microsoft.com/office/powerpoint/2010/main" val="3481206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DA2CD-C873-150A-6EE1-1B8E0B66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Validação Externa</a:t>
            </a:r>
          </a:p>
        </p:txBody>
      </p:sp>
      <p:sp>
        <p:nvSpPr>
          <p:cNvPr id="4" name="Fluxograma: Disco Magnético 3">
            <a:extLst>
              <a:ext uri="{FF2B5EF4-FFF2-40B4-BE49-F238E27FC236}">
                <a16:creationId xmlns:a16="http://schemas.microsoft.com/office/drawing/2014/main" id="{1B75BB49-271E-4F6C-462B-FA97C5503B84}"/>
              </a:ext>
            </a:extLst>
          </p:cNvPr>
          <p:cNvSpPr/>
          <p:nvPr/>
        </p:nvSpPr>
        <p:spPr>
          <a:xfrm>
            <a:off x="1228121" y="4381037"/>
            <a:ext cx="2333537" cy="67181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Base de Aprendizado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DA3DDEF-800D-9D07-0455-C51880D5CA09}"/>
              </a:ext>
            </a:extLst>
          </p:cNvPr>
          <p:cNvSpPr/>
          <p:nvPr/>
        </p:nvSpPr>
        <p:spPr>
          <a:xfrm>
            <a:off x="1115568" y="2698136"/>
            <a:ext cx="2558642" cy="937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Classificador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4E931C9-CEB3-D1C7-7FBE-E0B6D166C79F}"/>
              </a:ext>
            </a:extLst>
          </p:cNvPr>
          <p:cNvSpPr/>
          <p:nvPr/>
        </p:nvSpPr>
        <p:spPr>
          <a:xfrm>
            <a:off x="7425345" y="3604364"/>
            <a:ext cx="2558642" cy="35931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Acurácia da Iteração </a:t>
            </a:r>
          </a:p>
        </p:txBody>
      </p:sp>
      <p:sp>
        <p:nvSpPr>
          <p:cNvPr id="3" name="Fluxograma: Disco Magnético 2">
            <a:extLst>
              <a:ext uri="{FF2B5EF4-FFF2-40B4-BE49-F238E27FC236}">
                <a16:creationId xmlns:a16="http://schemas.microsoft.com/office/drawing/2014/main" id="{7DE3E7A6-0CE0-B3F2-1493-20222223F15B}"/>
              </a:ext>
            </a:extLst>
          </p:cNvPr>
          <p:cNvSpPr/>
          <p:nvPr/>
        </p:nvSpPr>
        <p:spPr>
          <a:xfrm>
            <a:off x="4495212" y="3004457"/>
            <a:ext cx="1996579" cy="1559133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Base de Validação</a:t>
            </a:r>
          </a:p>
          <a:p>
            <a:pPr algn="ctr"/>
            <a:r>
              <a:rPr lang="pt-BR" dirty="0"/>
              <a:t>60k Rotulados</a:t>
            </a:r>
          </a:p>
          <a:p>
            <a:pPr algn="ctr"/>
            <a:r>
              <a:rPr lang="pt-BR" dirty="0"/>
              <a:t>Avaliar Generalização</a:t>
            </a: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30613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C0FD7E-E34A-5F4F-8BA6-5EAA438A3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FA949D7-5402-6467-F9E3-CC160F8A8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453" y="1695942"/>
            <a:ext cx="8235696" cy="516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93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95C6F8-F22D-E2BE-9241-2BE983429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pt-BR"/>
              <a:t>Resultados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F5551FF5-D4C3-A6AA-85AC-20029DCA6A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1831239"/>
              </p:ext>
            </p:extLst>
          </p:nvPr>
        </p:nvGraphicFramePr>
        <p:xfrm>
          <a:off x="3694922" y="676655"/>
          <a:ext cx="7974556" cy="5649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FAD127C5-F8D2-F0C9-3D56-63424DD099E6}"/>
              </a:ext>
            </a:extLst>
          </p:cNvPr>
          <p:cNvSpPr/>
          <p:nvPr/>
        </p:nvSpPr>
        <p:spPr>
          <a:xfrm>
            <a:off x="522522" y="1971413"/>
            <a:ext cx="3485011" cy="3103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Limite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593538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95C6F8-F22D-E2BE-9241-2BE983429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pt-BR"/>
              <a:t>Resultados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F5551FF5-D4C3-A6AA-85AC-20029DCA6A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94922" y="676655"/>
          <a:ext cx="7974556" cy="5649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eta: para Cima 2">
            <a:extLst>
              <a:ext uri="{FF2B5EF4-FFF2-40B4-BE49-F238E27FC236}">
                <a16:creationId xmlns:a16="http://schemas.microsoft.com/office/drawing/2014/main" id="{4E30EC62-DB7F-7E2A-312D-4D0154A0C944}"/>
              </a:ext>
            </a:extLst>
          </p:cNvPr>
          <p:cNvSpPr/>
          <p:nvPr/>
        </p:nvSpPr>
        <p:spPr>
          <a:xfrm rot="10800000">
            <a:off x="10727249" y="4215330"/>
            <a:ext cx="375155" cy="86774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E81F8AF-15FB-B59D-7454-39049257F795}"/>
              </a:ext>
            </a:extLst>
          </p:cNvPr>
          <p:cNvSpPr/>
          <p:nvPr/>
        </p:nvSpPr>
        <p:spPr>
          <a:xfrm>
            <a:off x="5647222" y="4162464"/>
            <a:ext cx="5193922" cy="5452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Simulação foi até 23 mil rótulos</a:t>
            </a:r>
          </a:p>
          <a:p>
            <a:pPr algn="ctr"/>
            <a:r>
              <a:rPr lang="pt-BR" dirty="0"/>
              <a:t>46 iterações 500 rótulos por iteração</a:t>
            </a:r>
          </a:p>
        </p:txBody>
      </p:sp>
    </p:spTree>
    <p:extLst>
      <p:ext uri="{BB962C8B-B14F-4D97-AF65-F5344CB8AC3E}">
        <p14:creationId xmlns:p14="http://schemas.microsoft.com/office/powerpoint/2010/main" val="32111626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95C6F8-F22D-E2BE-9241-2BE983429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pt-BR"/>
              <a:t>Resultados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F5551FF5-D4C3-A6AA-85AC-20029DCA6A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94922" y="676655"/>
          <a:ext cx="7974556" cy="5649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eta: para Cima 2">
            <a:extLst>
              <a:ext uri="{FF2B5EF4-FFF2-40B4-BE49-F238E27FC236}">
                <a16:creationId xmlns:a16="http://schemas.microsoft.com/office/drawing/2014/main" id="{4E30EC62-DB7F-7E2A-312D-4D0154A0C944}"/>
              </a:ext>
            </a:extLst>
          </p:cNvPr>
          <p:cNvSpPr/>
          <p:nvPr/>
        </p:nvSpPr>
        <p:spPr>
          <a:xfrm>
            <a:off x="8506399" y="3134899"/>
            <a:ext cx="375155" cy="86774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E81F8AF-15FB-B59D-7454-39049257F795}"/>
              </a:ext>
            </a:extLst>
          </p:cNvPr>
          <p:cNvSpPr/>
          <p:nvPr/>
        </p:nvSpPr>
        <p:spPr>
          <a:xfrm>
            <a:off x="5647222" y="4162464"/>
            <a:ext cx="5922986" cy="5452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Modelo utilizando Incerteza com 15000 rótulos estabiliza a </a:t>
            </a:r>
            <a:r>
              <a:rPr lang="pt-BR" dirty="0" err="1"/>
              <a:t>generalizaçãoem</a:t>
            </a:r>
            <a:r>
              <a:rPr lang="pt-BR" dirty="0"/>
              <a:t> 95% (resultado global)</a:t>
            </a:r>
          </a:p>
        </p:txBody>
      </p:sp>
    </p:spTree>
    <p:extLst>
      <p:ext uri="{BB962C8B-B14F-4D97-AF65-F5344CB8AC3E}">
        <p14:creationId xmlns:p14="http://schemas.microsoft.com/office/powerpoint/2010/main" val="40857287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95C6F8-F22D-E2BE-9241-2BE983429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pt-BR"/>
              <a:t>Resultados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F5551FF5-D4C3-A6AA-85AC-20029DCA6A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94922" y="676655"/>
          <a:ext cx="7974556" cy="5649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5E81F8AF-15FB-B59D-7454-39049257F795}"/>
              </a:ext>
            </a:extLst>
          </p:cNvPr>
          <p:cNvSpPr/>
          <p:nvPr/>
        </p:nvSpPr>
        <p:spPr>
          <a:xfrm>
            <a:off x="5647222" y="4162464"/>
            <a:ext cx="5922986" cy="5452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Modelo Interno performa “pior” que o modelo aleatório</a:t>
            </a:r>
          </a:p>
        </p:txBody>
      </p:sp>
      <p:sp>
        <p:nvSpPr>
          <p:cNvPr id="6" name="Chave Direita 5">
            <a:extLst>
              <a:ext uri="{FF2B5EF4-FFF2-40B4-BE49-F238E27FC236}">
                <a16:creationId xmlns:a16="http://schemas.microsoft.com/office/drawing/2014/main" id="{DE5ECC4F-7783-E99D-6F98-3E5F024F14C1}"/>
              </a:ext>
            </a:extLst>
          </p:cNvPr>
          <p:cNvSpPr/>
          <p:nvPr/>
        </p:nvSpPr>
        <p:spPr>
          <a:xfrm>
            <a:off x="11010550" y="2130803"/>
            <a:ext cx="176169" cy="35233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3024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95C6F8-F22D-E2BE-9241-2BE983429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pt-BR"/>
              <a:t>Resultados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F5551FF5-D4C3-A6AA-85AC-20029DCA6A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94922" y="676655"/>
          <a:ext cx="7974556" cy="5649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eta: para Cima 2">
            <a:extLst>
              <a:ext uri="{FF2B5EF4-FFF2-40B4-BE49-F238E27FC236}">
                <a16:creationId xmlns:a16="http://schemas.microsoft.com/office/drawing/2014/main" id="{4E30EC62-DB7F-7E2A-312D-4D0154A0C944}"/>
              </a:ext>
            </a:extLst>
          </p:cNvPr>
          <p:cNvSpPr/>
          <p:nvPr/>
        </p:nvSpPr>
        <p:spPr>
          <a:xfrm>
            <a:off x="8506399" y="3134899"/>
            <a:ext cx="375155" cy="86774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E81F8AF-15FB-B59D-7454-39049257F795}"/>
              </a:ext>
            </a:extLst>
          </p:cNvPr>
          <p:cNvSpPr/>
          <p:nvPr/>
        </p:nvSpPr>
        <p:spPr>
          <a:xfrm>
            <a:off x="5647222" y="4162464"/>
            <a:ext cx="5922986" cy="5452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Porém, a generalização performa melhor (variabilidade populacional é capturada mais cedo)</a:t>
            </a:r>
          </a:p>
        </p:txBody>
      </p:sp>
    </p:spTree>
    <p:extLst>
      <p:ext uri="{BB962C8B-B14F-4D97-AF65-F5344CB8AC3E}">
        <p14:creationId xmlns:p14="http://schemas.microsoft.com/office/powerpoint/2010/main" val="25482673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95C6F8-F22D-E2BE-9241-2BE983429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pt-BR"/>
              <a:t>Resultados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F5551FF5-D4C3-A6AA-85AC-20029DCA6A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94922" y="676655"/>
          <a:ext cx="7974556" cy="5649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eta: para Cima 2">
            <a:extLst>
              <a:ext uri="{FF2B5EF4-FFF2-40B4-BE49-F238E27FC236}">
                <a16:creationId xmlns:a16="http://schemas.microsoft.com/office/drawing/2014/main" id="{4E30EC62-DB7F-7E2A-312D-4D0154A0C944}"/>
              </a:ext>
            </a:extLst>
          </p:cNvPr>
          <p:cNvSpPr/>
          <p:nvPr/>
        </p:nvSpPr>
        <p:spPr>
          <a:xfrm>
            <a:off x="8506399" y="3134899"/>
            <a:ext cx="375155" cy="86774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E81F8AF-15FB-B59D-7454-39049257F795}"/>
              </a:ext>
            </a:extLst>
          </p:cNvPr>
          <p:cNvSpPr/>
          <p:nvPr/>
        </p:nvSpPr>
        <p:spPr>
          <a:xfrm>
            <a:off x="5243119" y="4162464"/>
            <a:ext cx="6327089" cy="5452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Modelo como é ESPERADO, possui uma capacidade de generalização MENOR do que o MODELO treinado</a:t>
            </a:r>
          </a:p>
        </p:txBody>
      </p:sp>
    </p:spTree>
    <p:extLst>
      <p:ext uri="{BB962C8B-B14F-4D97-AF65-F5344CB8AC3E}">
        <p14:creationId xmlns:p14="http://schemas.microsoft.com/office/powerpoint/2010/main" val="14340591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95C6F8-F22D-E2BE-9241-2BE983429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pt-BR"/>
              <a:t>Resultados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F5551FF5-D4C3-A6AA-85AC-20029DCA6A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94922" y="676655"/>
          <a:ext cx="7974556" cy="5649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eta: para Cima 2">
            <a:extLst>
              <a:ext uri="{FF2B5EF4-FFF2-40B4-BE49-F238E27FC236}">
                <a16:creationId xmlns:a16="http://schemas.microsoft.com/office/drawing/2014/main" id="{4E30EC62-DB7F-7E2A-312D-4D0154A0C944}"/>
              </a:ext>
            </a:extLst>
          </p:cNvPr>
          <p:cNvSpPr/>
          <p:nvPr/>
        </p:nvSpPr>
        <p:spPr>
          <a:xfrm>
            <a:off x="8506399" y="3134899"/>
            <a:ext cx="375155" cy="86774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E81F8AF-15FB-B59D-7454-39049257F795}"/>
              </a:ext>
            </a:extLst>
          </p:cNvPr>
          <p:cNvSpPr/>
          <p:nvPr/>
        </p:nvSpPr>
        <p:spPr>
          <a:xfrm>
            <a:off x="5179228" y="4134017"/>
            <a:ext cx="6390980" cy="5452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O modelo tem uma performance MELHOR nos dados POPULACIONAIS que no seu pequeno conjunto rotulado</a:t>
            </a:r>
          </a:p>
        </p:txBody>
      </p:sp>
      <p:sp>
        <p:nvSpPr>
          <p:cNvPr id="5" name="Explosão: 14 Pontos 4">
            <a:extLst>
              <a:ext uri="{FF2B5EF4-FFF2-40B4-BE49-F238E27FC236}">
                <a16:creationId xmlns:a16="http://schemas.microsoft.com/office/drawing/2014/main" id="{8B2DB38E-7E12-A5C1-A492-6944251A6F3C}"/>
              </a:ext>
            </a:extLst>
          </p:cNvPr>
          <p:cNvSpPr/>
          <p:nvPr/>
        </p:nvSpPr>
        <p:spPr>
          <a:xfrm>
            <a:off x="363132" y="1006679"/>
            <a:ext cx="3932032" cy="1929468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RESULTADO NOVO</a:t>
            </a:r>
          </a:p>
        </p:txBody>
      </p:sp>
    </p:spTree>
    <p:extLst>
      <p:ext uri="{BB962C8B-B14F-4D97-AF65-F5344CB8AC3E}">
        <p14:creationId xmlns:p14="http://schemas.microsoft.com/office/powerpoint/2010/main" val="11546793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C93A6-1487-A159-A6C5-F91CCF1FC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9AFF9A-7030-BEB7-E27D-FE41805CA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 15% dos dados foi possível atingir uma performance similar ao modelo POPULACIONAL com o algoritmo de SELEÇÃO por INCERTEZA</a:t>
            </a:r>
          </a:p>
          <a:p>
            <a:r>
              <a:rPr lang="pt-BR" dirty="0"/>
              <a:t>SELECIONANDO amostras com alto GRAU de INCERTEZA na base de conhecimento aumentou a CAPACIDADE de GENERALIZAÇÃO do modelo quando validado por dados Populacionais devido a inserção rápida de INFORMAÇÃO NOVA logo no início do processo.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88274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7E581-38C6-18B3-DCCF-F5D60BBE5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Obrigado!!!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DD6AB368-FD13-A34D-6724-0D91C6897DC1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1115568" y="2478024"/>
            <a:ext cx="5554173" cy="369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pt-BR" dirty="0"/>
              <a:t>Meus sites:</a:t>
            </a:r>
          </a:p>
          <a:p>
            <a:r>
              <a:rPr lang="pt-BR" dirty="0">
                <a:hlinkClick r:id="rId2"/>
              </a:rPr>
              <a:t>www.fakenewsbr.com</a:t>
            </a:r>
            <a:endParaRPr lang="pt-BR" dirty="0"/>
          </a:p>
          <a:p>
            <a:r>
              <a:rPr lang="pt-BR" dirty="0">
                <a:hlinkClick r:id="rId3"/>
              </a:rPr>
              <a:t>www.datascienceuniversity.net</a:t>
            </a:r>
            <a:endParaRPr lang="pt-BR" dirty="0"/>
          </a:p>
          <a:p>
            <a:r>
              <a:rPr lang="pt-BR" dirty="0"/>
              <a:t>Email: </a:t>
            </a:r>
          </a:p>
          <a:p>
            <a:pPr lvl="1"/>
            <a:r>
              <a:rPr lang="pt-BR" dirty="0">
                <a:hlinkClick r:id="rId4"/>
              </a:rPr>
              <a:t>gilsiley.daru@neogrid</a:t>
            </a:r>
            <a:r>
              <a:rPr lang="pt-BR">
                <a:hlinkClick r:id="rId4"/>
              </a:rPr>
              <a:t>.com</a:t>
            </a:r>
            <a:endParaRPr lang="pt-BR" dirty="0">
              <a:hlinkClick r:id="rId5"/>
            </a:endParaRPr>
          </a:p>
          <a:p>
            <a:pPr lvl="1"/>
            <a:r>
              <a:rPr lang="pt-BR" dirty="0">
                <a:hlinkClick r:id="rId5"/>
              </a:rPr>
              <a:t>ghdaru@gmail.com</a:t>
            </a:r>
            <a:endParaRPr lang="pt-BR" dirty="0"/>
          </a:p>
          <a:p>
            <a:pPr lvl="1"/>
            <a:r>
              <a:rPr lang="pt-BR" dirty="0">
                <a:hlinkClick r:id="rId6"/>
              </a:rPr>
              <a:t>ghdaru@usp.br</a:t>
            </a:r>
            <a:endParaRPr lang="pt-BR" dirty="0"/>
          </a:p>
          <a:p>
            <a:pPr lvl="1"/>
            <a:r>
              <a:rPr lang="pt-BR" dirty="0">
                <a:hlinkClick r:id="rId7"/>
              </a:rPr>
              <a:t>ghdaru@ufpr.br</a:t>
            </a:r>
            <a:endParaRPr lang="pt-BR" dirty="0"/>
          </a:p>
          <a:p>
            <a:pPr lvl="1"/>
            <a:endParaRPr lang="pt-BR" dirty="0"/>
          </a:p>
        </p:txBody>
      </p:sp>
      <p:pic>
        <p:nvPicPr>
          <p:cNvPr id="15" name="Imagem 14" descr="Código QR&#10;&#10;Descrição gerada automaticamente">
            <a:extLst>
              <a:ext uri="{FF2B5EF4-FFF2-40B4-BE49-F238E27FC236}">
                <a16:creationId xmlns:a16="http://schemas.microsoft.com/office/drawing/2014/main" id="{AFF1AB12-77E0-0081-6554-0178519E36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879" y="2099310"/>
            <a:ext cx="3710553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0922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6066F-8293-2D9C-325B-18FE2C54F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557901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DarkSeedLeftStep">
      <a:dk1>
        <a:srgbClr val="000000"/>
      </a:dk1>
      <a:lt1>
        <a:srgbClr val="FFFFFF"/>
      </a:lt1>
      <a:dk2>
        <a:srgbClr val="371F32"/>
      </a:dk2>
      <a:lt2>
        <a:srgbClr val="E2E2E8"/>
      </a:lt2>
      <a:accent1>
        <a:srgbClr val="A4A423"/>
      </a:accent1>
      <a:accent2>
        <a:srgbClr val="CE851E"/>
      </a:accent2>
      <a:accent3>
        <a:srgbClr val="E04E30"/>
      </a:accent3>
      <a:accent4>
        <a:srgbClr val="CE1E4A"/>
      </a:accent4>
      <a:accent5>
        <a:srgbClr val="E030A4"/>
      </a:accent5>
      <a:accent6>
        <a:srgbClr val="C01ECE"/>
      </a:accent6>
      <a:hlink>
        <a:srgbClr val="BF3F7E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Override1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0000FF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0000FF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0000FF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0000FF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0000FF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0000FF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0000FF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2380</TotalTime>
  <Words>1076</Words>
  <Application>Microsoft Office PowerPoint</Application>
  <PresentationFormat>Widescreen</PresentationFormat>
  <Paragraphs>261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5" baseType="lpstr">
      <vt:lpstr>Arial</vt:lpstr>
      <vt:lpstr>Calibri</vt:lpstr>
      <vt:lpstr>MentiText</vt:lpstr>
      <vt:lpstr>Neue Haas Grotesk Text Pro</vt:lpstr>
      <vt:lpstr>AccentBoxVTI</vt:lpstr>
      <vt:lpstr>Framework Humano-Computacional</vt:lpstr>
      <vt:lpstr>Apresentação do PowerPoint</vt:lpstr>
      <vt:lpstr>Inteligência Artificial</vt:lpstr>
      <vt:lpstr>Aprendizado de Máquina</vt:lpstr>
      <vt:lpstr>APRENDIZADO DE MÁQUINA</vt:lpstr>
      <vt:lpstr>Aprendizado de Máquina</vt:lpstr>
      <vt:lpstr>EXEMPLO: CATEGORIA BISCOITO</vt:lpstr>
      <vt:lpstr>EXEMPLO: CATEGORIA BISCOITO</vt:lpstr>
      <vt:lpstr>Cadastre o item:</vt:lpstr>
      <vt:lpstr>Qual o problema?</vt:lpstr>
      <vt:lpstr>Quanto de Esforço? BASE NOVA</vt:lpstr>
      <vt:lpstr>SANEAMENTO DE DADOS</vt:lpstr>
      <vt:lpstr>A SOLUÇÃO: Aprendizado Ativo </vt:lpstr>
      <vt:lpstr>O PROBLEMA</vt:lpstr>
      <vt:lpstr>Base Inicial</vt:lpstr>
      <vt:lpstr>Modelo de Aprendizado</vt:lpstr>
      <vt:lpstr>A SOLUÇÃO: Aprendizado Ativo </vt:lpstr>
      <vt:lpstr>A SOLUÇÃO: Aprendizado Ativo </vt:lpstr>
      <vt:lpstr>A SOLUÇÃO: Aprendizado Ativo </vt:lpstr>
      <vt:lpstr>A SOLUÇÃO: Aprendizado Ativo </vt:lpstr>
      <vt:lpstr>Métodos de Seleção - Aleatório</vt:lpstr>
      <vt:lpstr>Métodos de Seleção - Incerteza</vt:lpstr>
      <vt:lpstr>A SOLUÇÃO: Aprendizado Ativo </vt:lpstr>
      <vt:lpstr>A SOLUÇÃO: Aprendizado Ativo </vt:lpstr>
      <vt:lpstr>A SOLUÇÃO: Aprendizado Ativo </vt:lpstr>
      <vt:lpstr>A SOLUÇÃO: Aprendizado Ativo </vt:lpstr>
      <vt:lpstr>A SOLUÇÃO: Aprendizado Ativo para Aprimoramento Ativo </vt:lpstr>
      <vt:lpstr>Processo de Validação Interna </vt:lpstr>
      <vt:lpstr>Processo de Validação Externa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Conclusões</vt:lpstr>
      <vt:lpstr>Obrigado!!!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Ativo</dc:title>
  <dc:creator>Gilsiley Darú</dc:creator>
  <cp:lastModifiedBy>Gilsiley Darú</cp:lastModifiedBy>
  <cp:revision>2</cp:revision>
  <dcterms:created xsi:type="dcterms:W3CDTF">2022-05-31T19:36:27Z</dcterms:created>
  <dcterms:modified xsi:type="dcterms:W3CDTF">2023-05-16T17:30:42Z</dcterms:modified>
</cp:coreProperties>
</file>